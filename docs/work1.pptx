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F8FAB-5CEE-4105-BB6E-BBC291C68D9A}" v="50" dt="2026-05-11T23:54:03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俋勳 賴" userId="8b9eb64c6e0f3559" providerId="LiveId" clId="{A1FECDD9-99F7-4267-A2D7-AF16F9E616F1}"/>
    <pc:docChg chg="undo custSel addSld delSld modSld">
      <pc:chgData name="俋勳 賴" userId="8b9eb64c6e0f3559" providerId="LiveId" clId="{A1FECDD9-99F7-4267-A2D7-AF16F9E616F1}" dt="2026-05-11T23:59:57.923" v="1636" actId="20577"/>
      <pc:docMkLst>
        <pc:docMk/>
      </pc:docMkLst>
      <pc:sldChg chg="addSp delSp modSp mod">
        <pc:chgData name="俋勳 賴" userId="8b9eb64c6e0f3559" providerId="LiveId" clId="{A1FECDD9-99F7-4267-A2D7-AF16F9E616F1}" dt="2026-05-11T23:58:58.383" v="1624" actId="20577"/>
        <pc:sldMkLst>
          <pc:docMk/>
          <pc:sldMk cId="392840254" sldId="257"/>
        </pc:sldMkLst>
        <pc:spChg chg="del mod">
          <ac:chgData name="俋勳 賴" userId="8b9eb64c6e0f3559" providerId="LiveId" clId="{A1FECDD9-99F7-4267-A2D7-AF16F9E616F1}" dt="2026-05-11T22:50:16.034" v="28" actId="478"/>
          <ac:spMkLst>
            <pc:docMk/>
            <pc:sldMk cId="392840254" sldId="257"/>
            <ac:spMk id="2" creationId="{9B4F5118-CBA6-5E72-39C8-1AC12E9E37A5}"/>
          </ac:spMkLst>
        </pc:spChg>
        <pc:spChg chg="add del mod">
          <ac:chgData name="俋勳 賴" userId="8b9eb64c6e0f3559" providerId="LiveId" clId="{A1FECDD9-99F7-4267-A2D7-AF16F9E616F1}" dt="2026-05-11T22:50:21.301" v="29" actId="478"/>
          <ac:spMkLst>
            <pc:docMk/>
            <pc:sldMk cId="392840254" sldId="257"/>
            <ac:spMk id="5" creationId="{590469B4-BFA6-5310-BC97-597E935EB41E}"/>
          </ac:spMkLst>
        </pc:spChg>
        <pc:spChg chg="mod">
          <ac:chgData name="俋勳 賴" userId="8b9eb64c6e0f3559" providerId="LiveId" clId="{A1FECDD9-99F7-4267-A2D7-AF16F9E616F1}" dt="2026-05-11T22:59:50.968" v="428" actId="20577"/>
          <ac:spMkLst>
            <pc:docMk/>
            <pc:sldMk cId="392840254" sldId="257"/>
            <ac:spMk id="6" creationId="{132CD1F3-71B1-33E2-76C5-C52A3BB93865}"/>
          </ac:spMkLst>
        </pc:spChg>
        <pc:spChg chg="add mod">
          <ac:chgData name="俋勳 賴" userId="8b9eb64c6e0f3559" providerId="LiveId" clId="{A1FECDD9-99F7-4267-A2D7-AF16F9E616F1}" dt="2026-05-11T23:58:58.383" v="1624" actId="20577"/>
          <ac:spMkLst>
            <pc:docMk/>
            <pc:sldMk cId="392840254" sldId="257"/>
            <ac:spMk id="7" creationId="{723B632E-924B-EDC7-E1C5-EA93A987F322}"/>
          </ac:spMkLst>
        </pc:spChg>
      </pc:sldChg>
      <pc:sldChg chg="modSp del mod">
        <pc:chgData name="俋勳 賴" userId="8b9eb64c6e0f3559" providerId="LiveId" clId="{A1FECDD9-99F7-4267-A2D7-AF16F9E616F1}" dt="2026-05-11T23:05:17.158" v="519" actId="47"/>
        <pc:sldMkLst>
          <pc:docMk/>
          <pc:sldMk cId="1869856421" sldId="258"/>
        </pc:sldMkLst>
        <pc:spChg chg="mod">
          <ac:chgData name="俋勳 賴" userId="8b9eb64c6e0f3559" providerId="LiveId" clId="{A1FECDD9-99F7-4267-A2D7-AF16F9E616F1}" dt="2026-05-11T23:03:20.759" v="488" actId="20577"/>
          <ac:spMkLst>
            <pc:docMk/>
            <pc:sldMk cId="1869856421" sldId="258"/>
            <ac:spMk id="2" creationId="{1BB2CCF1-3E35-6750-3DAE-5075BD2E424B}"/>
          </ac:spMkLst>
        </pc:spChg>
        <pc:spChg chg="mod">
          <ac:chgData name="俋勳 賴" userId="8b9eb64c6e0f3559" providerId="LiveId" clId="{A1FECDD9-99F7-4267-A2D7-AF16F9E616F1}" dt="2026-05-11T23:04:24.299" v="493" actId="14100"/>
          <ac:spMkLst>
            <pc:docMk/>
            <pc:sldMk cId="1869856421" sldId="258"/>
            <ac:spMk id="3" creationId="{524323BF-48D4-AB78-575C-B40D56EE2361}"/>
          </ac:spMkLst>
        </pc:spChg>
      </pc:sldChg>
      <pc:sldChg chg="modSp add mod">
        <pc:chgData name="俋勳 賴" userId="8b9eb64c6e0f3559" providerId="LiveId" clId="{A1FECDD9-99F7-4267-A2D7-AF16F9E616F1}" dt="2026-05-11T23:14:07.085" v="614" actId="20577"/>
        <pc:sldMkLst>
          <pc:docMk/>
          <pc:sldMk cId="1020272672" sldId="259"/>
        </pc:sldMkLst>
        <pc:spChg chg="mod">
          <ac:chgData name="俋勳 賴" userId="8b9eb64c6e0f3559" providerId="LiveId" clId="{A1FECDD9-99F7-4267-A2D7-AF16F9E616F1}" dt="2026-05-11T23:14:07.085" v="614" actId="20577"/>
          <ac:spMkLst>
            <pc:docMk/>
            <pc:sldMk cId="1020272672" sldId="259"/>
            <ac:spMk id="6" creationId="{0C889C5A-BE1F-BF35-B3DA-2EECF427E885}"/>
          </ac:spMkLst>
        </pc:spChg>
        <pc:spChg chg="mod">
          <ac:chgData name="俋勳 賴" userId="8b9eb64c6e0f3559" providerId="LiveId" clId="{A1FECDD9-99F7-4267-A2D7-AF16F9E616F1}" dt="2026-05-11T23:13:47.071" v="605" actId="255"/>
          <ac:spMkLst>
            <pc:docMk/>
            <pc:sldMk cId="1020272672" sldId="259"/>
            <ac:spMk id="7" creationId="{BBD4D826-D4A1-CF7D-509C-A6F1CFB5F658}"/>
          </ac:spMkLst>
        </pc:spChg>
      </pc:sldChg>
      <pc:sldChg chg="del">
        <pc:chgData name="俋勳 賴" userId="8b9eb64c6e0f3559" providerId="LiveId" clId="{A1FECDD9-99F7-4267-A2D7-AF16F9E616F1}" dt="2026-05-11T23:04:35.822" v="494" actId="47"/>
        <pc:sldMkLst>
          <pc:docMk/>
          <pc:sldMk cId="2530663655" sldId="259"/>
        </pc:sldMkLst>
      </pc:sldChg>
      <pc:sldChg chg="modSp add mod">
        <pc:chgData name="俋勳 賴" userId="8b9eb64c6e0f3559" providerId="LiveId" clId="{A1FECDD9-99F7-4267-A2D7-AF16F9E616F1}" dt="2026-05-11T23:59:57.923" v="1636" actId="20577"/>
        <pc:sldMkLst>
          <pc:docMk/>
          <pc:sldMk cId="2637498607" sldId="260"/>
        </pc:sldMkLst>
        <pc:spChg chg="mod">
          <ac:chgData name="俋勳 賴" userId="8b9eb64c6e0f3559" providerId="LiveId" clId="{A1FECDD9-99F7-4267-A2D7-AF16F9E616F1}" dt="2026-05-11T23:59:56.555" v="1635" actId="14100"/>
          <ac:spMkLst>
            <pc:docMk/>
            <pc:sldMk cId="2637498607" sldId="260"/>
            <ac:spMk id="6" creationId="{415AC69A-5319-C302-82B5-D2A4502AB34F}"/>
          </ac:spMkLst>
        </pc:spChg>
        <pc:spChg chg="mod">
          <ac:chgData name="俋勳 賴" userId="8b9eb64c6e0f3559" providerId="LiveId" clId="{A1FECDD9-99F7-4267-A2D7-AF16F9E616F1}" dt="2026-05-11T23:59:57.923" v="1636" actId="20577"/>
          <ac:spMkLst>
            <pc:docMk/>
            <pc:sldMk cId="2637498607" sldId="260"/>
            <ac:spMk id="7" creationId="{0354CDB2-B860-6420-9E6E-22CE91C5A794}"/>
          </ac:spMkLst>
        </pc:spChg>
      </pc:sldChg>
      <pc:sldChg chg="modSp del mod">
        <pc:chgData name="俋勳 賴" userId="8b9eb64c6e0f3559" providerId="LiveId" clId="{A1FECDD9-99F7-4267-A2D7-AF16F9E616F1}" dt="2026-05-11T23:04:37.572" v="495" actId="47"/>
        <pc:sldMkLst>
          <pc:docMk/>
          <pc:sldMk cId="2825593116" sldId="260"/>
        </pc:sldMkLst>
        <pc:spChg chg="mod">
          <ac:chgData name="俋勳 賴" userId="8b9eb64c6e0f3559" providerId="LiveId" clId="{A1FECDD9-99F7-4267-A2D7-AF16F9E616F1}" dt="2026-05-11T23:00:52.129" v="432" actId="20577"/>
          <ac:spMkLst>
            <pc:docMk/>
            <pc:sldMk cId="2825593116" sldId="260"/>
            <ac:spMk id="2" creationId="{E2B70B49-6742-0E6F-8898-D4A78F05E849}"/>
          </ac:spMkLst>
        </pc:spChg>
        <pc:spChg chg="mod">
          <ac:chgData name="俋勳 賴" userId="8b9eb64c6e0f3559" providerId="LiveId" clId="{A1FECDD9-99F7-4267-A2D7-AF16F9E616F1}" dt="2026-05-11T23:00:54.153" v="433" actId="20577"/>
          <ac:spMkLst>
            <pc:docMk/>
            <pc:sldMk cId="2825593116" sldId="260"/>
            <ac:spMk id="3" creationId="{0F48D9CE-8513-297A-D730-2D2EADADF9F8}"/>
          </ac:spMkLst>
        </pc:spChg>
      </pc:sldChg>
      <pc:sldChg chg="new del">
        <pc:chgData name="俋勳 賴" userId="8b9eb64c6e0f3559" providerId="LiveId" clId="{A1FECDD9-99F7-4267-A2D7-AF16F9E616F1}" dt="2026-05-11T23:21:12.217" v="928" actId="47"/>
        <pc:sldMkLst>
          <pc:docMk/>
          <pc:sldMk cId="803177686" sldId="261"/>
        </pc:sldMkLst>
      </pc:sldChg>
      <pc:sldChg chg="new del">
        <pc:chgData name="俋勳 賴" userId="8b9eb64c6e0f3559" providerId="LiveId" clId="{A1FECDD9-99F7-4267-A2D7-AF16F9E616F1}" dt="2026-05-11T23:21:08.822" v="926" actId="47"/>
        <pc:sldMkLst>
          <pc:docMk/>
          <pc:sldMk cId="1659929305" sldId="261"/>
        </pc:sldMkLst>
      </pc:sldChg>
      <pc:sldChg chg="del">
        <pc:chgData name="俋勳 賴" userId="8b9eb64c6e0f3559" providerId="LiveId" clId="{A1FECDD9-99F7-4267-A2D7-AF16F9E616F1}" dt="2026-05-11T23:04:38.384" v="496" actId="47"/>
        <pc:sldMkLst>
          <pc:docMk/>
          <pc:sldMk cId="1688104736" sldId="261"/>
        </pc:sldMkLst>
      </pc:sldChg>
      <pc:sldChg chg="modSp add mod">
        <pc:chgData name="俋勳 賴" userId="8b9eb64c6e0f3559" providerId="LiveId" clId="{A1FECDD9-99F7-4267-A2D7-AF16F9E616F1}" dt="2026-05-11T23:29:04.385" v="1003"/>
        <pc:sldMkLst>
          <pc:docMk/>
          <pc:sldMk cId="3217783621" sldId="261"/>
        </pc:sldMkLst>
        <pc:spChg chg="mod">
          <ac:chgData name="俋勳 賴" userId="8b9eb64c6e0f3559" providerId="LiveId" clId="{A1FECDD9-99F7-4267-A2D7-AF16F9E616F1}" dt="2026-05-11T23:28:42.788" v="1001" actId="255"/>
          <ac:spMkLst>
            <pc:docMk/>
            <pc:sldMk cId="3217783621" sldId="261"/>
            <ac:spMk id="6" creationId="{77C2E569-C5A7-5006-10A5-4CD6720CC511}"/>
          </ac:spMkLst>
        </pc:spChg>
        <pc:spChg chg="mod">
          <ac:chgData name="俋勳 賴" userId="8b9eb64c6e0f3559" providerId="LiveId" clId="{A1FECDD9-99F7-4267-A2D7-AF16F9E616F1}" dt="2026-05-11T23:29:04.385" v="1003"/>
          <ac:spMkLst>
            <pc:docMk/>
            <pc:sldMk cId="3217783621" sldId="261"/>
            <ac:spMk id="7" creationId="{1B91F0C6-6A4F-13BB-DD05-D5542B2E8B5E}"/>
          </ac:spMkLst>
        </pc:spChg>
      </pc:sldChg>
      <pc:sldChg chg="modSp add mod">
        <pc:chgData name="俋勳 賴" userId="8b9eb64c6e0f3559" providerId="LiveId" clId="{A1FECDD9-99F7-4267-A2D7-AF16F9E616F1}" dt="2026-05-11T23:50:29.965" v="1540" actId="14100"/>
        <pc:sldMkLst>
          <pc:docMk/>
          <pc:sldMk cId="2613761552" sldId="262"/>
        </pc:sldMkLst>
        <pc:spChg chg="mod">
          <ac:chgData name="俋勳 賴" userId="8b9eb64c6e0f3559" providerId="LiveId" clId="{A1FECDD9-99F7-4267-A2D7-AF16F9E616F1}" dt="2026-05-11T23:31:00.596" v="1015" actId="20577"/>
          <ac:spMkLst>
            <pc:docMk/>
            <pc:sldMk cId="2613761552" sldId="262"/>
            <ac:spMk id="4" creationId="{CE4CD13D-0CF6-0EB3-2F37-2E282E65147B}"/>
          </ac:spMkLst>
        </pc:spChg>
        <pc:spChg chg="mod">
          <ac:chgData name="俋勳 賴" userId="8b9eb64c6e0f3559" providerId="LiveId" clId="{A1FECDD9-99F7-4267-A2D7-AF16F9E616F1}" dt="2026-05-11T23:50:29.965" v="1540" actId="14100"/>
          <ac:spMkLst>
            <pc:docMk/>
            <pc:sldMk cId="2613761552" sldId="262"/>
            <ac:spMk id="6" creationId="{F9763D66-6590-AC94-D9D9-7D503F86401A}"/>
          </ac:spMkLst>
        </pc:spChg>
        <pc:spChg chg="mod">
          <ac:chgData name="俋勳 賴" userId="8b9eb64c6e0f3559" providerId="LiveId" clId="{A1FECDD9-99F7-4267-A2D7-AF16F9E616F1}" dt="2026-05-11T23:33:55.465" v="1025" actId="255"/>
          <ac:spMkLst>
            <pc:docMk/>
            <pc:sldMk cId="2613761552" sldId="262"/>
            <ac:spMk id="7" creationId="{18AD8451-F8DF-315E-0A46-68E86A195AD9}"/>
          </ac:spMkLst>
        </pc:spChg>
      </pc:sldChg>
      <pc:sldChg chg="new del">
        <pc:chgData name="俋勳 賴" userId="8b9eb64c6e0f3559" providerId="LiveId" clId="{A1FECDD9-99F7-4267-A2D7-AF16F9E616F1}" dt="2026-05-11T23:30:23.296" v="1005" actId="680"/>
        <pc:sldMkLst>
          <pc:docMk/>
          <pc:sldMk cId="3241542823" sldId="262"/>
        </pc:sldMkLst>
      </pc:sldChg>
      <pc:sldChg chg="modSp add mod">
        <pc:chgData name="俋勳 賴" userId="8b9eb64c6e0f3559" providerId="LiveId" clId="{A1FECDD9-99F7-4267-A2D7-AF16F9E616F1}" dt="2026-05-11T23:42:51.474" v="1197" actId="20577"/>
        <pc:sldMkLst>
          <pc:docMk/>
          <pc:sldMk cId="3451374632" sldId="263"/>
        </pc:sldMkLst>
        <pc:spChg chg="mod">
          <ac:chgData name="俋勳 賴" userId="8b9eb64c6e0f3559" providerId="LiveId" clId="{A1FECDD9-99F7-4267-A2D7-AF16F9E616F1}" dt="2026-05-11T23:35:05.706" v="1036" actId="27636"/>
          <ac:spMkLst>
            <pc:docMk/>
            <pc:sldMk cId="3451374632" sldId="263"/>
            <ac:spMk id="6" creationId="{DBFA69B6-0FA0-C58F-2DEF-5FEA90073497}"/>
          </ac:spMkLst>
        </pc:spChg>
        <pc:spChg chg="mod">
          <ac:chgData name="俋勳 賴" userId="8b9eb64c6e0f3559" providerId="LiveId" clId="{A1FECDD9-99F7-4267-A2D7-AF16F9E616F1}" dt="2026-05-11T23:42:51.474" v="1197" actId="20577"/>
          <ac:spMkLst>
            <pc:docMk/>
            <pc:sldMk cId="3451374632" sldId="263"/>
            <ac:spMk id="7" creationId="{90EF3A76-DA6E-F3F6-1E4B-24DE56396A9C}"/>
          </ac:spMkLst>
        </pc:spChg>
      </pc:sldChg>
      <pc:sldChg chg="modSp add mod">
        <pc:chgData name="俋勳 賴" userId="8b9eb64c6e0f3559" providerId="LiveId" clId="{A1FECDD9-99F7-4267-A2D7-AF16F9E616F1}" dt="2026-05-11T23:49:21.731" v="1538" actId="255"/>
        <pc:sldMkLst>
          <pc:docMk/>
          <pc:sldMk cId="2614824175" sldId="264"/>
        </pc:sldMkLst>
        <pc:spChg chg="mod">
          <ac:chgData name="俋勳 賴" userId="8b9eb64c6e0f3559" providerId="LiveId" clId="{A1FECDD9-99F7-4267-A2D7-AF16F9E616F1}" dt="2026-05-11T23:43:25.924" v="1200" actId="27636"/>
          <ac:spMkLst>
            <pc:docMk/>
            <pc:sldMk cId="2614824175" sldId="264"/>
            <ac:spMk id="6" creationId="{16E2C1C0-4070-CA6E-06F2-35ACE1845154}"/>
          </ac:spMkLst>
        </pc:spChg>
        <pc:spChg chg="mod">
          <ac:chgData name="俋勳 賴" userId="8b9eb64c6e0f3559" providerId="LiveId" clId="{A1FECDD9-99F7-4267-A2D7-AF16F9E616F1}" dt="2026-05-11T23:49:21.731" v="1538" actId="255"/>
          <ac:spMkLst>
            <pc:docMk/>
            <pc:sldMk cId="2614824175" sldId="264"/>
            <ac:spMk id="7" creationId="{11D5A5A5-5153-E06B-6339-5DE7629C8690}"/>
          </ac:spMkLst>
        </pc:spChg>
      </pc:sldChg>
      <pc:sldChg chg="modSp add mod">
        <pc:chgData name="俋勳 賴" userId="8b9eb64c6e0f3559" providerId="LiveId" clId="{A1FECDD9-99F7-4267-A2D7-AF16F9E616F1}" dt="2026-05-11T23:54:10.140" v="1600" actId="255"/>
        <pc:sldMkLst>
          <pc:docMk/>
          <pc:sldMk cId="3833393599" sldId="265"/>
        </pc:sldMkLst>
        <pc:spChg chg="mod">
          <ac:chgData name="俋勳 賴" userId="8b9eb64c6e0f3559" providerId="LiveId" clId="{A1FECDD9-99F7-4267-A2D7-AF16F9E616F1}" dt="2026-05-11T23:50:49.593" v="1542"/>
          <ac:spMkLst>
            <pc:docMk/>
            <pc:sldMk cId="3833393599" sldId="265"/>
            <ac:spMk id="6" creationId="{BF7DE0AD-99A2-981C-9420-AECB6DCEC000}"/>
          </ac:spMkLst>
        </pc:spChg>
        <pc:spChg chg="mod">
          <ac:chgData name="俋勳 賴" userId="8b9eb64c6e0f3559" providerId="LiveId" clId="{A1FECDD9-99F7-4267-A2D7-AF16F9E616F1}" dt="2026-05-11T23:54:10.140" v="1600" actId="255"/>
          <ac:spMkLst>
            <pc:docMk/>
            <pc:sldMk cId="3833393599" sldId="265"/>
            <ac:spMk id="7" creationId="{0599416C-48EC-430F-401A-59DCB66BBD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495FC3-F35E-0FD8-FC94-D9311F02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3E93AB-4AF8-DDEA-6DBE-AE3B029B9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D6049C-A191-25E9-944B-676969B6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8CF03-6F6B-1A5C-5D8B-D4A147C4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017B0C-7A49-585D-AD99-D0923C46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559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C8F65-C5CF-3D1F-EA38-03EF496F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6C61F7-C6C1-DB8B-40AA-E1F9445B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4B0CE1-6E28-56B9-865E-82C7596C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2A5A61-7088-CF58-A5A5-6E03623D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C8A1C5-A46B-DE39-86EA-1E6C8DFC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07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559A2-696D-D955-8B8A-0DC0CEA0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C4CF3A-1D90-9338-C79C-92527873A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1418EA-ABC4-243D-3EA7-455A1BA9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522F60-B3ED-2AF2-D28C-A7A89BC4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38B8FF-7CAB-7A42-4FC8-C198CE6E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24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825280-D656-C84C-B164-0CC833E6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DFAADF-0038-51C1-1708-CE6DF5C70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A38542-43C5-B5F7-9AFE-2A8F2045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B67683-DE9A-A2C3-9416-423DCC7E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A7C830-25DA-0824-6620-968EE6EE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E8B382-A4A1-21C8-AF78-D5686DE1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113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13C23-18F5-FD93-4E10-132131B2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DE719C-B56B-91D3-D7F5-34522FC34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3E9E76-5E67-62DE-5BA3-10583C8CE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D95BEB-53E8-ACE1-CC36-D62A0D6DC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572C83-B4AB-D933-7F41-457661D6D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038346-F5EA-F3DA-7F21-8419CB54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CC64499-035F-922D-C562-6991C53F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FEAA28-352D-1A67-C088-E59A6D7A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82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CC365-CC00-4BBA-7827-AB8F18D0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026D4-D802-5BCF-DF51-FBE90E44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06E28B-10BC-6F98-8517-3D6C937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F21B67-F6C6-DF65-B1A2-0548DB87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40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A9088EC-10F4-05C0-3D70-94C874F1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53F4609-8092-0465-C3A0-9928CF55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40378D-AC68-46B5-A063-486DFE77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43CED-2416-4EC5-D81A-AFB8B6CB4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0B6BC4-44C5-378E-309B-FFC4063C1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981872-9609-9D57-E67C-6925CDF1B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91E215-AB6B-CBE3-7997-9251F7EF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04C2BE-87FA-1DF8-EC10-477AA22D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E98F78-3874-4792-4026-4895E496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89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E8EFB4-344E-FB45-46D2-0DE02937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93523F8-59E2-9DAB-225F-27D0551C4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95EC04-E1CA-DF03-3AA3-926F2820B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20A6CB-3C24-7A01-85E3-A8AEA23D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381F0A-16BC-E71B-2DED-C06AF382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85DE67-F991-6A32-27F1-2AF1BF69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5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BE351E-921C-2BFC-AFB1-BCB7388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2CF11C8-B1E4-2114-8BDC-CCD65D551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A82F49-609A-985C-64DB-0781A9F5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B36C05-63A8-A235-0410-1DF403A3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558FBF-C25C-FB49-7D14-B97F2FD2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6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F3785B4-39EE-DF6D-3C1E-9BEB3269A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04205A-298B-CF43-A99E-ABB6D2C6F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50D6A8-40F9-4EC4-7FC3-BCEF0694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6A3A6-3E8A-0D62-F80C-72C85EEF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D7E379-0344-4A3D-DDF6-F1AC7673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74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B96A32-B9A3-3443-9791-3550AF65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7B46F3-1E89-4843-6D48-93CA82AE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A5C947-4EF7-A3B8-BF46-25DE577CF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66559-13D7-45DF-8E3D-3236232EB553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7A0B43-5ADA-B090-D29F-88ECB204A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D11AF-BD05-8529-725A-D8C6F153F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B4FEB-E3EB-47C2-BB75-969544E55E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1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9F14A-5227-C213-D3CB-C3291DD06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5074024"/>
            <a:ext cx="10109199" cy="598032"/>
          </a:xfrm>
        </p:spPr>
        <p:txBody>
          <a:bodyPr anchor="ctr">
            <a:normAutofit/>
          </a:bodyPr>
          <a:lstStyle/>
          <a:p>
            <a:r>
              <a:rPr lang="en-US" altLang="zh-TW" sz="3600" dirty="0"/>
              <a:t>1114405041 </a:t>
            </a:r>
            <a:r>
              <a:rPr lang="zh-TW" altLang="en-US" sz="3600" dirty="0"/>
              <a:t>賴俋勳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5154EEB-10B1-F275-662E-17C85923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9" r="1791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41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ACC0F56C-8ECB-16D0-90C1-624BB9B1EE48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Choose Items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2CD1F3-71B1-33E2-76C5-C52A3BB9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1673632"/>
            <a:ext cx="349435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zh-TW" sz="3600" dirty="0"/>
              <a:t>1.Knife                            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2.Chicken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3.MP3</a:t>
            </a:r>
          </a:p>
          <a:p>
            <a:pPr marL="0" indent="0">
              <a:buNone/>
            </a:pP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3B632E-924B-EDC7-E1C5-EA93A987F322}"/>
              </a:ext>
            </a:extLst>
          </p:cNvPr>
          <p:cNvSpPr txBox="1"/>
          <p:nvPr/>
        </p:nvSpPr>
        <p:spPr>
          <a:xfrm>
            <a:off x="4630287" y="1646283"/>
            <a:ext cx="6617109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Knife can help me cut many things.</a:t>
            </a:r>
          </a:p>
          <a:p>
            <a:endParaRPr lang="en-US" altLang="zh-TW" sz="2800" dirty="0"/>
          </a:p>
          <a:p>
            <a:r>
              <a:rPr lang="en-US" altLang="zh-TW" sz="2800" dirty="0"/>
              <a:t>If there are chickens, I can eat the eggs and the chicken meat.</a:t>
            </a:r>
          </a:p>
          <a:p>
            <a:endParaRPr lang="en-US" altLang="zh-TW" sz="2800" dirty="0"/>
          </a:p>
          <a:p>
            <a:r>
              <a:rPr lang="en-US" altLang="zh-TW" sz="2800" dirty="0"/>
              <a:t>Music can relax the mind and body.</a:t>
            </a:r>
          </a:p>
          <a:p>
            <a:endParaRPr lang="en-US" altLang="zh-TW" sz="32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84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F8F9A-32B9-8645-8F00-59A9E94F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375F3096-FC93-96D7-429F-3994539EF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D037275C-EC49-A697-DBFA-52D05E55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E6CEA2C-E8EF-EAFE-9099-2F270DA6B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055877E3-272E-5B7F-EB8B-6CF35F5E4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05C7E3C4-2D23-A6B9-C122-A17B53228ED8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Choose Items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889C5A-BE1F-BF35-B3DA-2EECF427E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1673632"/>
            <a:ext cx="349435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zh-TW" sz="3600" dirty="0"/>
              <a:t>4.Seeds                           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5.Camping light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6.Big Tent</a:t>
            </a:r>
          </a:p>
          <a:p>
            <a:pPr marL="0" indent="0">
              <a:buNone/>
            </a:pP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D4D826-D4A1-CF7D-509C-A6F1CFB5F658}"/>
              </a:ext>
            </a:extLst>
          </p:cNvPr>
          <p:cNvSpPr txBox="1"/>
          <p:nvPr/>
        </p:nvSpPr>
        <p:spPr>
          <a:xfrm>
            <a:off x="4630287" y="1552676"/>
            <a:ext cx="6617109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Planting seeds ensures you have enough food or vegetables to guarantee nutrition.</a:t>
            </a:r>
          </a:p>
          <a:p>
            <a:endParaRPr lang="en-US" altLang="zh-TW" sz="2800" dirty="0"/>
          </a:p>
          <a:p>
            <a:r>
              <a:rPr lang="en-US" altLang="zh-TW" sz="2800" dirty="0"/>
              <a:t>Camping lights can provide a sense of security at night.</a:t>
            </a:r>
          </a:p>
          <a:p>
            <a:endParaRPr lang="en-US" altLang="zh-TW" sz="2800" dirty="0"/>
          </a:p>
          <a:p>
            <a:r>
              <a:rPr lang="en-US" altLang="zh-TW" sz="2800" dirty="0"/>
              <a:t>Big Tent can provide a safe space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027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D677E-98AC-8AEE-4598-26688485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857A784E-AC55-F8FF-E00A-061D81E88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2FFB2C60-9DBC-22A2-2C78-06E992F1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08A10CD-1971-16DC-377A-B70B9C83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A9877BA5-105B-32B2-D3DF-06E9BE4C1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064FBDB2-4181-A907-29B4-0FB42F9975CF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Choose Items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5AC69A-5319-C302-82B5-D2A4502AB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1673632"/>
            <a:ext cx="349435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zh-TW" sz="3600" dirty="0"/>
              <a:t>7. Thick Sleeping Bag         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8.Family photo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9.novels</a:t>
            </a:r>
          </a:p>
          <a:p>
            <a:pPr marL="0" indent="0">
              <a:buNone/>
            </a:pP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54CDB2-B860-6420-9E6E-22CE91C5A794}"/>
              </a:ext>
            </a:extLst>
          </p:cNvPr>
          <p:cNvSpPr txBox="1"/>
          <p:nvPr/>
        </p:nvSpPr>
        <p:spPr>
          <a:xfrm>
            <a:off x="4630287" y="1552676"/>
            <a:ext cx="6617109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When the weather is bad maybe very cold I can keep warm</a:t>
            </a:r>
          </a:p>
          <a:p>
            <a:endParaRPr lang="en-US" altLang="zh-TW" sz="2800" dirty="0"/>
          </a:p>
          <a:p>
            <a:r>
              <a:rPr lang="en-US" altLang="zh-TW" sz="2800" dirty="0"/>
              <a:t>A pillar of support will </a:t>
            </a:r>
            <a:r>
              <a:rPr lang="en-US" altLang="zh-TW" sz="2800"/>
              <a:t>make want </a:t>
            </a:r>
            <a:r>
              <a:rPr lang="en-US" altLang="zh-TW" sz="2800" dirty="0"/>
              <a:t>to live.</a:t>
            </a:r>
          </a:p>
          <a:p>
            <a:endParaRPr lang="en-US" altLang="zh-TW" sz="2800" dirty="0"/>
          </a:p>
          <a:p>
            <a:r>
              <a:rPr lang="en-US" altLang="zh-TW" sz="2800" dirty="0"/>
              <a:t>Reading novels can help pass the time</a:t>
            </a:r>
          </a:p>
          <a:p>
            <a:r>
              <a:rPr lang="en-US" altLang="zh-TW" sz="2800" dirty="0"/>
              <a:t>I prefer novels to comics.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749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E2FF4-1065-1E69-DD73-8AB7E842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018A3B88-76A1-E729-9AE7-65F7B9101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18F1A18E-8915-75FC-E49A-0B72EB311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EAB42D2-9AE8-9A97-DA58-20D7A85B0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E3ED5F13-A99E-6F38-03D4-83720B1AB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1122FFA1-A3CB-2363-5151-6CCD58BE9341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Choose Items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C2E569-C5A7-5006-10A5-4CD6720CC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1673632"/>
            <a:ext cx="34943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                                                                                                </a:t>
            </a:r>
            <a:r>
              <a:rPr lang="en-US" altLang="zh-TW" sz="3600" dirty="0"/>
              <a:t>10. a pair of dumbbells</a:t>
            </a:r>
          </a:p>
          <a:p>
            <a:pPr marL="0" indent="0">
              <a:buNone/>
            </a:pP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11. Signal Flares</a:t>
            </a:r>
            <a:br>
              <a:rPr lang="en-US" altLang="zh-TW" sz="3600" dirty="0"/>
            </a:br>
            <a:endParaRPr lang="en-US" altLang="zh-TW" sz="3600" dirty="0"/>
          </a:p>
          <a:p>
            <a:pPr marL="0" indent="0">
              <a:buNone/>
            </a:pPr>
            <a:r>
              <a:rPr lang="en-US" altLang="zh-TW" sz="3600" dirty="0"/>
              <a:t>12.</a:t>
            </a:r>
            <a:r>
              <a:rPr lang="en-US" altLang="zh-TW" dirty="0"/>
              <a:t> </a:t>
            </a:r>
            <a:r>
              <a:rPr lang="en-US" altLang="zh-TW" sz="3600" dirty="0"/>
              <a:t>First-aid Kit</a:t>
            </a: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91F0C6-6A4F-13BB-DD05-D5542B2E8B5E}"/>
              </a:ext>
            </a:extLst>
          </p:cNvPr>
          <p:cNvSpPr txBox="1"/>
          <p:nvPr/>
        </p:nvSpPr>
        <p:spPr>
          <a:xfrm>
            <a:off x="4630287" y="1552676"/>
            <a:ext cx="6617109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Having a stronger body makes one less prone to illness.</a:t>
            </a:r>
          </a:p>
          <a:p>
            <a:endParaRPr lang="en-US" altLang="zh-TW" sz="2800" dirty="0"/>
          </a:p>
          <a:p>
            <a:r>
              <a:rPr lang="en-US" altLang="zh-TW" sz="2800" dirty="0"/>
              <a:t>The flares make me easier for passing planes to see.</a:t>
            </a:r>
          </a:p>
          <a:p>
            <a:endParaRPr lang="en-US" altLang="zh-TW" sz="2800" dirty="0"/>
          </a:p>
          <a:p>
            <a:r>
              <a:rPr lang="en-US" altLang="zh-TW" sz="2800" dirty="0"/>
              <a:t>Even a small cut can be dangerous without medicine.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778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45BF5-823A-9ACD-F9AD-47B44DAC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BDA9DCE2-9913-CCE1-C47C-A7CB49ED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AF4E2951-B004-72E7-B932-97D9CEEFE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522F7B61-AB71-6DE1-6B06-662D3ACC2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26B30B38-97BB-9D27-0721-A4E0ABA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CE4CD13D-0CF6-0EB3-2F37-2E282E65147B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Q&amp;A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763D66-6590-AC94-D9D9-7D503F864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1288026"/>
            <a:ext cx="3494356" cy="4736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sz="3600" dirty="0"/>
              <a:t>Q:</a:t>
            </a:r>
          </a:p>
          <a:p>
            <a:pPr marL="0" indent="0">
              <a:buNone/>
            </a:pPr>
            <a:r>
              <a:rPr lang="en-US" altLang="zh-TW" sz="3200" dirty="0"/>
              <a:t>If you had a choice of staying on the island or trying to escape with a 25% chance of</a:t>
            </a:r>
            <a:r>
              <a:rPr lang="zh-TW" altLang="en-US" sz="3200" dirty="0"/>
              <a:t> </a:t>
            </a:r>
            <a:r>
              <a:rPr lang="en-US" altLang="zh-TW" sz="3200" dirty="0"/>
              <a:t>surviving. </a:t>
            </a:r>
          </a:p>
          <a:p>
            <a:pPr marL="0" indent="0">
              <a:buNone/>
            </a:pPr>
            <a:r>
              <a:rPr lang="en-US" altLang="zh-TW" sz="3200" dirty="0"/>
              <a:t>Which would you choose? Why?</a:t>
            </a:r>
            <a:endParaRPr lang="zh-TW" altLang="en-US" sz="3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AD8451-F8DF-315E-0A46-68E86A195AD9}"/>
              </a:ext>
            </a:extLst>
          </p:cNvPr>
          <p:cNvSpPr txBox="1"/>
          <p:nvPr/>
        </p:nvSpPr>
        <p:spPr>
          <a:xfrm>
            <a:off x="4630287" y="1552676"/>
            <a:ext cx="6617109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Reson</a:t>
            </a:r>
            <a:r>
              <a:rPr lang="en-US" altLang="zh-TW" sz="3600" dirty="0"/>
              <a:t>:</a:t>
            </a:r>
          </a:p>
          <a:p>
            <a:endParaRPr lang="en-US" altLang="zh-TW" sz="2800" dirty="0"/>
          </a:p>
          <a:p>
            <a:r>
              <a:rPr lang="en-US" altLang="zh-TW" sz="3600" dirty="0"/>
              <a:t>If the chances aren't zero, I'll try to escape, because humans are social animals and can't be alone forever.</a:t>
            </a:r>
          </a:p>
          <a:p>
            <a:endParaRPr lang="en-US" altLang="zh-TW" sz="36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376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EC11F-FB03-3466-8A0A-8F69387B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7CB303F6-58B5-8230-FF45-14283FD8E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77E6F957-300A-9AD4-1655-BA62C2240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ACA826E-998D-93DF-DF9D-66D1AA0D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F0C8715E-B110-5CB2-E189-D8B3EAC1F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6C8BD3-9165-BBBC-3B64-10747CC2E0AF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Q&amp;A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BFA69B6-0FA0-C58F-2DEF-5FEA90073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120877"/>
            <a:ext cx="3495114" cy="49040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sz="3600" dirty="0"/>
              <a:t>Q:</a:t>
            </a:r>
          </a:p>
          <a:p>
            <a:pPr marL="0" indent="0">
              <a:buNone/>
            </a:pPr>
            <a:r>
              <a:rPr lang="en-US" altLang="zh-TW" sz="3200" dirty="0"/>
              <a:t> </a:t>
            </a:r>
            <a:r>
              <a:rPr lang="en-US" altLang="zh-TW" sz="3300" dirty="0"/>
              <a:t>Imagine you had been on the island for 25 years with no contact with the outside world.</a:t>
            </a:r>
          </a:p>
          <a:p>
            <a:pPr marL="0" indent="0">
              <a:buNone/>
            </a:pPr>
            <a:r>
              <a:rPr lang="en-US" altLang="zh-TW" sz="3300" dirty="0"/>
              <a:t>Suddenly you are saved. What are the first three questions you would ask about the</a:t>
            </a:r>
          </a:p>
          <a:p>
            <a:pPr marL="0" indent="0">
              <a:buNone/>
            </a:pPr>
            <a:r>
              <a:rPr lang="en-US" altLang="zh-TW" sz="3300" dirty="0"/>
              <a:t>world? (make sure the questions are about the world)</a:t>
            </a:r>
            <a:endParaRPr lang="zh-TW" altLang="en-US" sz="33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EF3A76-DA6E-F3F6-1E4B-24DE56396A9C}"/>
              </a:ext>
            </a:extLst>
          </p:cNvPr>
          <p:cNvSpPr txBox="1"/>
          <p:nvPr/>
        </p:nvSpPr>
        <p:spPr>
          <a:xfrm>
            <a:off x="4630287" y="1552676"/>
            <a:ext cx="6617109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Reson</a:t>
            </a:r>
            <a:r>
              <a:rPr lang="en-US" altLang="zh-TW" sz="36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1.Check Time. what year is it now</a:t>
            </a:r>
          </a:p>
          <a:p>
            <a:endParaRPr lang="en-US" altLang="zh-TW" sz="2800" dirty="0"/>
          </a:p>
          <a:p>
            <a:r>
              <a:rPr lang="en-US" altLang="zh-TW" sz="2800" dirty="0"/>
              <a:t>2. Do you have a cell phone? I want to call my family.</a:t>
            </a:r>
          </a:p>
          <a:p>
            <a:endParaRPr lang="en-US" altLang="zh-TW" sz="2800" dirty="0"/>
          </a:p>
          <a:p>
            <a:r>
              <a:rPr lang="en-US" altLang="zh-TW" sz="2800" dirty="0"/>
              <a:t>3.</a:t>
            </a:r>
            <a:r>
              <a:rPr lang="en-US" altLang="zh-TW" dirty="0"/>
              <a:t> </a:t>
            </a:r>
            <a:r>
              <a:rPr lang="en-US" altLang="zh-TW" sz="2800" dirty="0"/>
              <a:t>Do McDonald's, KFC, and Pizza Hut </a:t>
            </a:r>
          </a:p>
          <a:p>
            <a:r>
              <a:rPr lang="en-US" altLang="zh-TW" sz="2800" dirty="0"/>
              <a:t>still exist?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32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137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988CE-A101-903E-33D1-5FDC267F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3C882717-63BD-9995-7148-391EA708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817874A3-D3E7-CE94-6AF9-10EB34526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45267E2-8BE6-E6FF-913E-F428C4252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F8455C72-BC1A-3CE7-1735-6443AEA7D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682288-4AE0-E8E9-E21C-92B2A38CD7AE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Q&amp;A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6E2C1C0-4070-CA6E-06F2-35ACE1845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120877"/>
            <a:ext cx="3495114" cy="4904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sz="3600" dirty="0"/>
              <a:t>Q:</a:t>
            </a:r>
          </a:p>
          <a:p>
            <a:pPr marL="0" indent="0">
              <a:buNone/>
            </a:pPr>
            <a:r>
              <a:rPr lang="en-US" altLang="zh-TW" sz="3200" dirty="0"/>
              <a:t> </a:t>
            </a:r>
            <a:r>
              <a:rPr lang="en-US" altLang="zh-TW" sz="3300" dirty="0"/>
              <a:t>Who would you miss the most (rank)? mom, dad, brother, sister, friend, other (Explain</a:t>
            </a:r>
          </a:p>
          <a:p>
            <a:pPr marL="0" indent="0">
              <a:buNone/>
            </a:pPr>
            <a:r>
              <a:rPr lang="en-US" altLang="zh-TW" sz="3300" dirty="0"/>
              <a:t>why)</a:t>
            </a:r>
            <a:endParaRPr lang="zh-TW" altLang="en-US" sz="33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D5A5A5-5153-E06B-6339-5DE7629C8690}"/>
              </a:ext>
            </a:extLst>
          </p:cNvPr>
          <p:cNvSpPr txBox="1"/>
          <p:nvPr/>
        </p:nvSpPr>
        <p:spPr>
          <a:xfrm>
            <a:off x="4630287" y="1552676"/>
            <a:ext cx="6617109" cy="877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r>
              <a:rPr lang="en-US" altLang="zh-TW" sz="2800" dirty="0"/>
              <a:t>My grandma and grandpa is first and second one is my mom my dad </a:t>
            </a:r>
          </a:p>
          <a:p>
            <a:endParaRPr lang="en-US" altLang="zh-TW" sz="2800" dirty="0"/>
          </a:p>
          <a:p>
            <a:r>
              <a:rPr lang="en-US" altLang="zh-TW" sz="2800" dirty="0"/>
              <a:t>My grandparents were the best to me. When I was little, they would always buy me treats or take me out to play.</a:t>
            </a:r>
          </a:p>
          <a:p>
            <a:endParaRPr lang="en-US" altLang="zh-TW" sz="2800" dirty="0"/>
          </a:p>
          <a:p>
            <a:r>
              <a:rPr lang="en-US" altLang="zh-TW" sz="2800" dirty="0"/>
              <a:t>Then there are my parents; they raised me for many years and were very good to me.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482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C856E-1727-681C-37B4-1C383521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B49E2FEC-FCBF-C62A-F439-E2AB7C114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DBD4A275-A5C3-34CF-810C-57F1C00E9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F110A0F-D821-E814-704B-E4EACDC24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5263B424-BAD9-51FA-AB59-8BBA6BE0D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5B9353EA-2F17-328E-B46A-2F1D5DED22E5}"/>
              </a:ext>
            </a:extLst>
          </p:cNvPr>
          <p:cNvSpPr txBox="1"/>
          <p:nvPr/>
        </p:nvSpPr>
        <p:spPr>
          <a:xfrm>
            <a:off x="2736099" y="783235"/>
            <a:ext cx="5518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Q&amp;A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F7DE0AD-99A2-981C-9420-AECB6DCEC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120877"/>
            <a:ext cx="3495114" cy="4904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sz="3600" dirty="0"/>
              <a:t>Q:</a:t>
            </a:r>
          </a:p>
          <a:p>
            <a:pPr marL="0" indent="0">
              <a:buNone/>
            </a:pPr>
            <a:r>
              <a:rPr lang="en-US" altLang="zh-TW" sz="3200" dirty="0"/>
              <a:t> </a:t>
            </a:r>
            <a:r>
              <a:rPr lang="en-US" altLang="zh-TW" sz="3600" dirty="0"/>
              <a:t>If you were saved and came back to Taiwan after 25 years. What is the first food/dish you would want to eat?</a:t>
            </a:r>
            <a:endParaRPr lang="zh-TW" altLang="en-US" sz="33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99416C-48EC-430F-401A-59DCB66BBD26}"/>
              </a:ext>
            </a:extLst>
          </p:cNvPr>
          <p:cNvSpPr txBox="1"/>
          <p:nvPr/>
        </p:nvSpPr>
        <p:spPr>
          <a:xfrm>
            <a:off x="4630287" y="1552676"/>
            <a:ext cx="661710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Reson</a:t>
            </a:r>
            <a:r>
              <a:rPr lang="en-US" altLang="zh-TW" sz="2800" dirty="0"/>
              <a:t>:</a:t>
            </a:r>
          </a:p>
          <a:p>
            <a:r>
              <a:rPr lang="en-US" altLang="zh-TW" sz="2800" dirty="0"/>
              <a:t>Beef Noodle (Mercuries</a:t>
            </a:r>
            <a:r>
              <a:rPr lang="zh-TW" altLang="en-US" sz="2800" dirty="0"/>
              <a:t>三商巧福</a:t>
            </a:r>
            <a:r>
              <a:rPr lang="en-US" altLang="zh-TW" sz="2800" dirty="0"/>
              <a:t>)</a:t>
            </a:r>
          </a:p>
          <a:p>
            <a:endParaRPr lang="en-US" altLang="zh-TW" sz="2800" dirty="0"/>
          </a:p>
          <a:p>
            <a:r>
              <a:rPr lang="en-US" altLang="zh-TW" sz="2800" dirty="0"/>
              <a:t>When I was little, I would go shopping with my family and end up having dinner at San Shang Qiao Fu near the shopping mall.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339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</TotalTime>
  <Words>522</Words>
  <Application>Microsoft Office PowerPoint</Application>
  <PresentationFormat>寬螢幕</PresentationFormat>
  <Paragraphs>157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1114405041 賴俋勳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俋勳 賴</dc:creator>
  <cp:lastModifiedBy>俋勳 賴</cp:lastModifiedBy>
  <cp:revision>1</cp:revision>
  <dcterms:created xsi:type="dcterms:W3CDTF">2026-05-06T08:00:43Z</dcterms:created>
  <dcterms:modified xsi:type="dcterms:W3CDTF">2026-05-12T00:00:01Z</dcterms:modified>
</cp:coreProperties>
</file>