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58" r:id="rId8"/>
    <p:sldId id="272" r:id="rId9"/>
    <p:sldId id="274" r:id="rId10"/>
    <p:sldId id="275" r:id="rId11"/>
    <p:sldId id="276" r:id="rId12"/>
    <p:sldId id="277" r:id="rId13"/>
    <p:sldId id="278" r:id="rId14"/>
    <p:sldId id="279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F2C0E-605D-DA21-A2DA-85AE7229E7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7158F0-47AC-B1BA-318B-77D2D37C4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EFF690-D883-B458-ED43-E3B9CE75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18DD1D-7034-4FF1-43B2-63D400097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9EB750-E87A-1282-AA38-1AA4B70A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138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6FE0BC-FB12-4C2F-E06E-1261DC96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8DDF82-374B-203A-735E-9060B0949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C355AD-9D7B-B90C-4C4F-6F687598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D3857BA-1D8F-F511-3918-04FFB77A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406AF1-F235-0092-3E70-A49038C25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04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B36AB-76D4-438C-16C8-1BE0D92D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BFAF9E-55A3-DE99-3BCA-959D02F19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406561-2D6E-F149-0ED6-58C41D78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33227C-1AB5-C18F-0591-DD648A91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AB040BD-A0EA-0BF5-B935-D676D53C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285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B7C01C-6814-5EB2-0391-BB7314D5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6BE615-4264-242B-E530-B93CF98506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85A27B-96DC-DBF1-F42B-B6F62FBF1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82824E-B303-D1CF-B31F-A8C92803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B52BFC-E43E-8A5B-03FD-13C60B37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1D4C4A-E4E2-C5AE-674D-872D1E87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22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37F8F7-4552-5B56-B9AE-6259FAA37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257DD4-2AE0-F199-C872-2D61691DC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EF99D-2C82-EF25-95A5-0A217A4C5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4FC167-FE3C-CE84-4784-50ADC646B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82A5C9-3169-51AA-D626-59D9F4EA2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2314A0-D266-A706-B67C-02833F3A7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C82D81A-C98F-E1A3-1E49-388E3B2B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09AACB-356C-ADBA-A1DB-0D42D9E3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57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CD62D-6335-7454-33CD-236C7F50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6738DB7-309A-D862-E279-1E70231D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2DCBBE2-F3BB-C9CF-3EE7-64DE711A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07E6A4C-BF80-192F-B651-FEB8197E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68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05DC61D-5C0D-471C-130D-C921A6B54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737116E-31F2-6319-CD6F-E5E2FB1B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835108-C25F-DAF2-3FCC-611308D7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611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1172ED-F0B6-F882-CBF4-A9A6C389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7B73FA-1378-BE85-A081-52793036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7E7A89-722C-1623-9820-E93191386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712341-268C-3BC9-5115-E24E5150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7B8D3B-21D3-2D13-3808-518B8E85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9D6047-22B8-6016-C9F9-E6DDC33C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82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8021E5-B62F-DA81-168D-D0ABA62E8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081327-9CA9-5D5F-F648-40520F183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24B447-E30C-E181-BFD6-21CB4DD07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49118E-1A6E-C90B-82B4-1CCB0304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837E41-FD4F-C9D8-C613-BB7DADA2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250F5DD-F1FE-1F32-081A-258537D6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883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320EE1-23BA-5577-1F65-C3A1034D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A165A1-C6D4-99FB-0AC9-64566B409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E1DA32-6026-7267-DC68-B3809A58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7C73B2-CE33-1615-807B-95DEBD4D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074459-F333-ABE1-A12F-B46EE3E7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22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C8C6616-AD6D-1229-F9C1-78D6E780F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8C6B8E5-3853-6300-5793-8F0DB2462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1754F3-CDC3-BC09-1B51-8BC5A174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CBD076-DB5B-542A-FF84-60A61345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E8EEC-E012-F39A-95D0-B9A62290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29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48AA643-CF13-BDAE-8FA1-A69336EC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F300D1-95FB-96A8-7BC6-A3664A6E4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FCD745-A8B8-F7DC-17E4-7A4AA2B4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DEEFA-1638-4F6B-9499-8A1A6B326A08}" type="datetimeFigureOut">
              <a:rPr lang="zh-TW" altLang="en-US" smtClean="0"/>
              <a:t>2026/6/14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065A32-A4C0-7B39-EDFF-04007C7E5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C24F92-BD92-71C4-BE6F-E907F6430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8E90FA-402D-4123-9B11-FE9742EAF2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91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4" name="Rectangle 308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小希臘」在澎湖，純樸漁村竟有異國感| 遠見雜誌">
            <a:extLst>
              <a:ext uri="{FF2B5EF4-FFF2-40B4-BE49-F238E27FC236}">
                <a16:creationId xmlns:a16="http://schemas.microsoft.com/office/drawing/2014/main" id="{D180E180-B549-22C0-DA07-1BAC3025D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19563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Rectangle 308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DBED512-891F-DFC8-BCB6-0CE841F5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altLang="zh-TW" sz="3700" b="1"/>
              <a:t>Penghu Independence!  Long Live the Republic of Penghu!</a:t>
            </a:r>
            <a:br>
              <a:rPr lang="zh-TW" altLang="zh-TW" sz="3700"/>
            </a:br>
            <a:endParaRPr lang="zh-TW" altLang="en-US" sz="370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2907E11-CC15-54FB-2621-0A88D6DD6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zh-TW" altLang="en-US" sz="2000"/>
              <a:t>資工一甲</a:t>
            </a:r>
            <a:r>
              <a:rPr lang="en-US" altLang="zh-TW" sz="2000"/>
              <a:t>-1114405041-</a:t>
            </a:r>
            <a:r>
              <a:rPr lang="zh-TW" altLang="en-US" sz="2000"/>
              <a:t>賴俋勳</a:t>
            </a:r>
          </a:p>
        </p:txBody>
      </p:sp>
      <p:sp>
        <p:nvSpPr>
          <p:cNvPr id="3088" name="Rectangle 308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90" name="Rectangle 308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3292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54511C1-0541-4CBB-008E-D08770697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"/>
            <a:ext cx="6126486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FCD963B6-F681-7D1E-7598-36074B26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234792"/>
            <a:ext cx="10515600" cy="1325563"/>
          </a:xfrm>
        </p:spPr>
        <p:txBody>
          <a:bodyPr/>
          <a:lstStyle/>
          <a:p>
            <a:r>
              <a:rPr lang="zh-TW" altLang="zh-TW" dirty="0"/>
              <a:t>財政收入 (Revenue)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56EB0C-ED23-92E0-8FEE-D2638C78B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795146"/>
            <a:ext cx="10515600" cy="4351338"/>
          </a:xfrm>
        </p:spPr>
        <p:txBody>
          <a:bodyPr/>
          <a:lstStyle/>
          <a:p>
            <a:r>
              <a:rPr lang="zh-TW" altLang="zh-TW" dirty="0"/>
              <a:t>所得稅 (Income tax)</a:t>
            </a:r>
            <a:r>
              <a:rPr lang="en-US" altLang="zh-TW" dirty="0"/>
              <a:t>:10%</a:t>
            </a:r>
          </a:p>
          <a:p>
            <a:r>
              <a:rPr lang="zh-TW" altLang="zh-TW" dirty="0"/>
              <a:t>營業稅 (Business tax)：</a:t>
            </a:r>
            <a:r>
              <a:rPr lang="en-US" altLang="zh-TW" dirty="0"/>
              <a:t>15%</a:t>
            </a:r>
          </a:p>
          <a:p>
            <a:r>
              <a:rPr lang="zh-TW" altLang="zh-TW" dirty="0"/>
              <a:t>進口稅 (Import tax)：</a:t>
            </a:r>
            <a:r>
              <a:rPr lang="en-US" altLang="zh-TW" dirty="0"/>
              <a:t>20%</a:t>
            </a:r>
          </a:p>
          <a:p>
            <a:r>
              <a:rPr lang="zh-TW" altLang="zh-TW" dirty="0"/>
              <a:t>關稅 (Tariffs)</a:t>
            </a:r>
            <a:r>
              <a:rPr lang="zh-TW" altLang="zh-TW" b="1" dirty="0"/>
              <a:t>：</a:t>
            </a:r>
            <a:r>
              <a:rPr lang="zh-TW" altLang="zh-TW" dirty="0"/>
              <a:t> </a:t>
            </a:r>
            <a:r>
              <a:rPr lang="en-US" altLang="zh-TW" dirty="0"/>
              <a:t>25%</a:t>
            </a:r>
          </a:p>
          <a:p>
            <a:r>
              <a:rPr lang="zh-TW" altLang="en-US" dirty="0"/>
              <a:t>其它</a:t>
            </a:r>
            <a:r>
              <a:rPr lang="zh-TW" altLang="zh-TW" dirty="0"/>
              <a:t> (tourist tax, airport tax)</a:t>
            </a:r>
            <a:r>
              <a:rPr lang="en-US" altLang="zh-TW" dirty="0"/>
              <a:t>:30%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en-US" altLang="zh-TW" dirty="0"/>
              <a:t>Next page I will tell you why!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534E9FD-9897-F5BE-18F5-5BD708CD8754}"/>
              </a:ext>
            </a:extLst>
          </p:cNvPr>
          <p:cNvSpPr txBox="1"/>
          <p:nvPr/>
        </p:nvSpPr>
        <p:spPr>
          <a:xfrm>
            <a:off x="8239760" y="6471920"/>
            <a:ext cx="31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Gemini AI </a:t>
            </a:r>
            <a:r>
              <a:rPr lang="zh-TW" altLang="en-US" dirty="0"/>
              <a:t>生成圖片</a:t>
            </a:r>
          </a:p>
        </p:txBody>
      </p:sp>
    </p:spTree>
    <p:extLst>
      <p:ext uri="{BB962C8B-B14F-4D97-AF65-F5344CB8AC3E}">
        <p14:creationId xmlns:p14="http://schemas.microsoft.com/office/powerpoint/2010/main" val="1521771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993CDB-4703-A339-74BE-9C5CE416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財政收入 (Revenue)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FCAC34-A863-5CBE-7556-2050417DB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609315"/>
            <a:ext cx="10515600" cy="5145446"/>
          </a:xfrm>
        </p:spPr>
        <p:txBody>
          <a:bodyPr/>
          <a:lstStyle/>
          <a:p>
            <a:r>
              <a:rPr lang="zh-TW" altLang="zh-TW" dirty="0"/>
              <a:t>所得稅 (Income tax)</a:t>
            </a:r>
            <a:r>
              <a:rPr lang="en-US" altLang="zh-TW" dirty="0"/>
              <a:t>:10%</a:t>
            </a:r>
          </a:p>
          <a:p>
            <a:pPr marL="0" indent="0">
              <a:buNone/>
            </a:pPr>
            <a:r>
              <a:rPr lang="en-US" altLang="zh-TW" sz="3600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Initially, income tax will be collected at a lower rate in the hope of retaining and attracting talent to Penghu.</a:t>
            </a:r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營業稅 (Business tax)：</a:t>
            </a:r>
            <a:r>
              <a:rPr lang="en-US" altLang="zh-TW" dirty="0"/>
              <a:t>15%</a:t>
            </a:r>
          </a:p>
          <a:p>
            <a:pPr marL="0" indent="0">
              <a:buNone/>
            </a:pPr>
            <a:r>
              <a:rPr lang="en-US" altLang="zh-TW" sz="3600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Low business tax helps local people start their own business. It will make Penghu's economy active</a:t>
            </a:r>
            <a:endParaRPr lang="en-US" altLang="zh-TW" b="1" dirty="0"/>
          </a:p>
          <a:p>
            <a:pPr marL="0" indent="0">
              <a:buNone/>
            </a:pPr>
            <a:endParaRPr lang="zh-TW" altLang="zh-TW" sz="3600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9945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F355-837E-0729-908B-D8E9175F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2A9ADA-AE98-46C0-97F5-F8CD4FF5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財政收入 (Revenue)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5E8AC3-C86B-CE89-CFC6-F1744B6FD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609315"/>
            <a:ext cx="10515600" cy="5145446"/>
          </a:xfrm>
        </p:spPr>
        <p:txBody>
          <a:bodyPr/>
          <a:lstStyle/>
          <a:p>
            <a:r>
              <a:rPr lang="zh-TW" altLang="zh-TW" dirty="0"/>
              <a:t>進口稅 (Import tax)：</a:t>
            </a:r>
            <a:r>
              <a:rPr lang="en-US" altLang="zh-TW" dirty="0"/>
              <a:t>20%</a:t>
            </a:r>
          </a:p>
          <a:p>
            <a:pPr marL="0" indent="0">
              <a:buNone/>
            </a:pPr>
            <a:r>
              <a:rPr lang="en-US" altLang="zh-TW" sz="3600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Penghu is heavily reliant on imported food. High import taxes can protect local farmers and fishermen and encourage them to support domestically produced food.</a:t>
            </a:r>
          </a:p>
          <a:p>
            <a:r>
              <a:rPr lang="zh-TW" altLang="zh-TW" dirty="0"/>
              <a:t>關稅 (Tariffs)</a:t>
            </a:r>
            <a:r>
              <a:rPr lang="zh-TW" altLang="zh-TW" b="1" dirty="0"/>
              <a:t>：</a:t>
            </a:r>
            <a:r>
              <a:rPr lang="zh-TW" altLang="zh-TW" dirty="0"/>
              <a:t> </a:t>
            </a:r>
            <a:r>
              <a:rPr lang="en-US" altLang="zh-TW" dirty="0"/>
              <a:t>25%</a:t>
            </a:r>
          </a:p>
          <a:p>
            <a:pPr marL="0" indent="0">
              <a:buNone/>
            </a:pPr>
            <a:r>
              <a:rPr lang="en-US" altLang="zh-TW" sz="3600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Penghu does not make luxury goods. If rich people want to buy them from other countries, they must pay higher taxes to help our country grow.</a:t>
            </a:r>
            <a:endParaRPr lang="en-US" altLang="zh-TW" sz="3600" b="1" dirty="0"/>
          </a:p>
          <a:p>
            <a:pPr marL="0" indent="0">
              <a:buNone/>
            </a:pPr>
            <a:endParaRPr lang="en-US" altLang="zh-TW" sz="3600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3181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9ADD4-8161-455C-CF17-118D79B8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D6D06B-0EF0-48C8-C193-93122062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財政收入 (Revenue)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F8A82-2337-318B-3B4F-C7547AB0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609315"/>
            <a:ext cx="10515600" cy="514544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Other Tax</a:t>
            </a:r>
          </a:p>
          <a:p>
            <a:r>
              <a:rPr lang="zh-TW" altLang="zh-TW" sz="3600" b="1" dirty="0"/>
              <a:t>Tourist Tax</a:t>
            </a:r>
            <a:endParaRPr lang="en-US" altLang="zh-TW" sz="3600" b="1" dirty="0"/>
          </a:p>
          <a:p>
            <a:pPr marL="0" indent="0">
              <a:buNone/>
            </a:pPr>
            <a:r>
              <a:rPr lang="zh-TW" altLang="zh-TW" dirty="0"/>
              <a:t>We have too many tourists in Penghu. They must pay this tax to help us clean and protect our environment.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sz="3600" b="1" dirty="0"/>
              <a:t>And other tax like water resource tax</a:t>
            </a:r>
          </a:p>
          <a:p>
            <a:pPr marL="0" indent="0">
              <a:buNone/>
            </a:pPr>
            <a:r>
              <a:rPr lang="en-US" altLang="zh-TW" sz="3600" dirty="0"/>
              <a:t>Penghu's freshwater resources are very precious, and restaurants that consume large amounts of water must pay more taxes.</a:t>
            </a:r>
          </a:p>
          <a:p>
            <a:endParaRPr lang="en-US" altLang="zh-TW" sz="3600" dirty="0"/>
          </a:p>
          <a:p>
            <a:pPr marL="0" indent="0">
              <a:buNone/>
            </a:pPr>
            <a:endParaRPr lang="en-US" altLang="zh-TW" sz="3600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049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6D8F58D-4789-4014-6A14-FF39D6C25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0" y="-9920"/>
            <a:ext cx="5659120" cy="686792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AA7CD2E-9F59-674C-EC32-6AA7C330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E00C97-C66B-BF89-DFFA-CCBCCFBFD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143"/>
          </a:xfrm>
        </p:spPr>
        <p:txBody>
          <a:bodyPr/>
          <a:lstStyle/>
          <a:p>
            <a:r>
              <a:rPr lang="zh-TW" altLang="zh-TW" dirty="0"/>
              <a:t>農業 (Agriculture)</a:t>
            </a:r>
            <a:r>
              <a:rPr lang="en-US" altLang="zh-TW" dirty="0"/>
              <a:t>10%</a:t>
            </a:r>
          </a:p>
          <a:p>
            <a:r>
              <a:rPr lang="zh-TW" altLang="zh-TW" dirty="0"/>
              <a:t>交通 (Transportation)15%</a:t>
            </a:r>
            <a:endParaRPr lang="en-US" altLang="zh-TW" dirty="0"/>
          </a:p>
          <a:p>
            <a:r>
              <a:rPr lang="zh-TW" altLang="zh-TW" dirty="0"/>
              <a:t>漁業 (Fishing Industry)15%</a:t>
            </a:r>
            <a:endParaRPr lang="en-US" altLang="zh-TW" dirty="0"/>
          </a:p>
          <a:p>
            <a:r>
              <a:rPr lang="zh-TW" altLang="zh-TW" dirty="0"/>
              <a:t>國防 (Defense)5%</a:t>
            </a:r>
            <a:endParaRPr lang="en-US" altLang="zh-TW" dirty="0"/>
          </a:p>
          <a:p>
            <a:r>
              <a:rPr lang="zh-TW" altLang="zh-TW" dirty="0"/>
              <a:t>教育</a:t>
            </a:r>
            <a:r>
              <a:rPr lang="en-US" altLang="zh-TW" dirty="0"/>
              <a:t>(Education)</a:t>
            </a:r>
            <a:r>
              <a:rPr lang="zh-TW" altLang="zh-TW" dirty="0"/>
              <a:t>10%</a:t>
            </a:r>
            <a:endParaRPr lang="en-US" altLang="zh-TW" dirty="0"/>
          </a:p>
          <a:p>
            <a:r>
              <a:rPr lang="zh-TW" altLang="zh-TW" dirty="0"/>
              <a:t>醫療 (Health Care)20%</a:t>
            </a:r>
            <a:endParaRPr lang="en-US" altLang="zh-TW" dirty="0"/>
          </a:p>
          <a:p>
            <a:r>
              <a:rPr lang="zh-TW" altLang="zh-TW" dirty="0"/>
              <a:t>自然資源 (Natural Resources)</a:t>
            </a:r>
            <a:r>
              <a:rPr lang="en-US" altLang="zh-TW" dirty="0"/>
              <a:t>15%</a:t>
            </a:r>
          </a:p>
          <a:p>
            <a:r>
              <a:rPr lang="zh-TW" altLang="zh-TW" dirty="0"/>
              <a:t>觀光業 (Tourism)10%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Next page I will tell u why!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AC2D29-DB0D-7E1A-0EDD-A9ADFAD4AC49}"/>
              </a:ext>
            </a:extLst>
          </p:cNvPr>
          <p:cNvSpPr txBox="1"/>
          <p:nvPr/>
        </p:nvSpPr>
        <p:spPr>
          <a:xfrm>
            <a:off x="9072880" y="6488668"/>
            <a:ext cx="3119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Gemini AI </a:t>
            </a:r>
            <a:r>
              <a:rPr lang="zh-TW" altLang="en-US" dirty="0"/>
              <a:t>生成圖片</a:t>
            </a:r>
          </a:p>
        </p:txBody>
      </p:sp>
    </p:spTree>
    <p:extLst>
      <p:ext uri="{BB962C8B-B14F-4D97-AF65-F5344CB8AC3E}">
        <p14:creationId xmlns:p14="http://schemas.microsoft.com/office/powerpoint/2010/main" val="929396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3DE0D-22F8-664A-364B-82177A47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F1715B-6304-C759-1228-C0C558A3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農業 (Agriculture)</a:t>
            </a:r>
            <a:r>
              <a:rPr lang="en-US" altLang="zh-TW" dirty="0"/>
              <a:t>10%</a:t>
            </a:r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Modern greenhouses and money for young farmers.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  <a:br>
              <a:rPr lang="en-US" altLang="zh-TW" b="1" dirty="0"/>
            </a:br>
            <a:r>
              <a:rPr lang="en-US" altLang="zh-TW" dirty="0"/>
              <a:t>P</a:t>
            </a:r>
            <a:r>
              <a:rPr lang="zh-TW" altLang="zh-TW" dirty="0"/>
              <a:t>enghu has poor soil and strong winds. Greenhouses can protect vegetables so we do not need to import all of our food.</a:t>
            </a:r>
            <a:endParaRPr lang="en-US" altLang="zh-TW" b="1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157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635A-A062-7D8D-864C-B08A53A4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72B6ED-3AB0-04AE-6094-F1A6C8ED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991024-51FF-39D2-0710-AC8ED9F09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交通 (Transportation)15%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Buying new ferries and starting our own "Penghu Airlines".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  <a:br>
              <a:rPr lang="en-US" altLang="zh-TW" b="1" dirty="0"/>
            </a:br>
            <a:r>
              <a:rPr lang="zh-TW" altLang="zh-TW" dirty="0"/>
              <a:t>We need our own airplanes and boats. This makes travel between islands and other countries much easier.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7393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41C57-3810-3955-71EA-784580D28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B3378D-4C63-B04E-0732-4B206459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225C5B-A639-7102-EE9E-7E7169536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漁業 (Fishing Industry)15%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High-tech fish farming and sea protection.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</a:p>
          <a:p>
            <a:pPr marL="0" indent="0">
              <a:buNone/>
            </a:pPr>
            <a:r>
              <a:rPr lang="en-US" altLang="zh-TW" dirty="0"/>
              <a:t>There are fewer wild fish now because of overfishing. Fish farming can give us a lot of seafood to sell and protect the ocean.</a:t>
            </a:r>
            <a:br>
              <a:rPr lang="en-US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959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2684-2851-BEBC-B5EA-2C59D6DE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C650B6-1B73-A2D7-9A1F-A3D680255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427EFC-D13A-52D5-1C50-C78167BA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國防 (Defense) </a:t>
            </a:r>
            <a:r>
              <a:rPr lang="en-US" altLang="zh-TW" dirty="0"/>
              <a:t>5%</a:t>
            </a:r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Coast guard boats and drones to watch our sea.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For a new country, growing our economy is the top priority. We only need a small defense budget now. When we get richer, we can spend more to protect ourselves.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302622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1E655-0C9B-6DD9-9DF9-4AAE3A2F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CA12B2-7CA7-BCAA-78A0-ACA0C890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15E733-ACFB-9010-BDF0-EC39C21AC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教育</a:t>
            </a:r>
            <a:r>
              <a:rPr lang="en-US" altLang="zh-TW" dirty="0"/>
              <a:t>(Education)</a:t>
            </a:r>
            <a:r>
              <a:rPr lang="zh-TW" altLang="zh-TW" dirty="0"/>
              <a:t>10%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Upgrading our local university (NPU) into an international school.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  <a:br>
              <a:rPr lang="en-US" altLang="zh-TW" b="1" dirty="0"/>
            </a:br>
            <a:r>
              <a:rPr lang="zh-TW" altLang="zh-TW" dirty="0"/>
              <a:t>We want to keep our young talent in Penghu and attract students from other countries to help develop our economy.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682094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8929-ECB3-BAC5-9486-76E2B2EFB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67304E-182C-4D95-4D62-F5C7FB98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28F81-9726-D8FE-F95B-4D6554D42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醫療 (Health Care)20%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Building a large modern hospital and hiring expert doctors from Taiwan.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Why:</a:t>
            </a:r>
          </a:p>
          <a:p>
            <a:pPr marL="0" indent="0">
              <a:buNone/>
            </a:pPr>
            <a:r>
              <a:rPr lang="zh-TW" altLang="zh-TW" dirty="0"/>
              <a:t>To save seriously ill patients in Penghu, so they don't need to take emergency helicopters to Taiwan and miss the best time for treatment.</a:t>
            </a:r>
            <a:br>
              <a:rPr lang="en-US" altLang="zh-TW" b="1" dirty="0"/>
            </a:b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09042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6C7E-649B-4F11-9D52-0CCA16C9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2D4E7-66F3-BACA-5384-ACFD91E4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CE7BA9-8306-F581-4A34-2672BA631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自然資源 (Natural Resources)</a:t>
            </a:r>
            <a:r>
              <a:rPr lang="en-US" altLang="zh-TW" dirty="0"/>
              <a:t>15%</a:t>
            </a:r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Building more desalination plants and wind farms.</a:t>
            </a:r>
            <a:endParaRPr lang="en-US" altLang="zh-TW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en-US" altLang="zh-TW" b="1" dirty="0"/>
              <a:t>Why:</a:t>
            </a:r>
            <a:br>
              <a:rPr lang="en-US" altLang="zh-TW" b="1" dirty="0"/>
            </a:br>
            <a:r>
              <a:rPr lang="zh-TW" altLang="zh-TW" dirty="0"/>
              <a:t>Penghu lacks fresh water but has plenty of wind. We need this money for drinking water and clean energy.</a:t>
            </a:r>
            <a:endParaRPr lang="en-US" altLang="zh-TW" b="1" dirty="0"/>
          </a:p>
          <a:p>
            <a:pPr marL="0" indent="0">
              <a:buNone/>
            </a:pP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57245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04EC-3FC8-305E-94FF-E955236A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8C8E2-8A0E-E2E1-F644-B2156D1E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政府支出 (Expenditures)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70AD8-0B56-C5E7-4C78-2632383EC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zh-TW" dirty="0"/>
              <a:t>觀光業 (Tourism)10%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b="1" dirty="0"/>
              <a:t>How to use:</a:t>
            </a:r>
          </a:p>
          <a:p>
            <a:pPr marL="0" indent="0">
              <a:buNone/>
            </a:pPr>
            <a:r>
              <a:rPr lang="zh-TW" altLang="zh-TW" dirty="0"/>
              <a:t>We will keep the Fireworks Festival and start a new Music Festival. By making a unique culture, we can attract tourists from all over the world.</a:t>
            </a:r>
            <a:endParaRPr lang="en-US" altLang="zh-TW" dirty="0"/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en-US" altLang="zh-TW" b="1" dirty="0"/>
              <a:t>Why:</a:t>
            </a:r>
            <a:br>
              <a:rPr lang="en-US" altLang="zh-TW" b="1" dirty="0"/>
            </a:br>
            <a:r>
              <a:rPr lang="zh-TW" altLang="zh-TW" dirty="0"/>
              <a:t>Tourism is our main economy. We must keep our old festivals and create new local culture to attract tourists. This will make them spend money and bring wealth into Penghu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2078216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64834E-F415-1B5D-FE83-7579B384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8001" y="2948781"/>
            <a:ext cx="6315997" cy="96043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The End.</a:t>
            </a:r>
            <a:br>
              <a:rPr lang="en-US" altLang="zh-TW" dirty="0"/>
            </a:br>
            <a:r>
              <a:rPr lang="en-US" altLang="zh-TW" dirty="0"/>
              <a:t>Tanks for your listening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5715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767</Words>
  <Application>Microsoft Office PowerPoint</Application>
  <PresentationFormat>寬螢幕</PresentationFormat>
  <Paragraphs>95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Wingdings</vt:lpstr>
      <vt:lpstr>Office 佈景主題</vt:lpstr>
      <vt:lpstr>Penghu Independence!  Long Live the Republic of Penghu! </vt:lpstr>
      <vt:lpstr>財政收入 (Revenue)</vt:lpstr>
      <vt:lpstr>財政收入 (Revenue)</vt:lpstr>
      <vt:lpstr>財政收入 (Revenue)</vt:lpstr>
      <vt:lpstr>財政收入 (Revenue)</vt:lpstr>
      <vt:lpstr>政府支出 (Expenditures)</vt:lpstr>
      <vt:lpstr>政府支出 (Expenditures)</vt:lpstr>
      <vt:lpstr>政府支出 (Expenditures)</vt:lpstr>
      <vt:lpstr>政府支出 (Expenditures)</vt:lpstr>
      <vt:lpstr>政府支出 (Expenditures)</vt:lpstr>
      <vt:lpstr>政府支出 (Expenditures)</vt:lpstr>
      <vt:lpstr>政府支出 (Expenditures)</vt:lpstr>
      <vt:lpstr>政府支出 (Expenditures)</vt:lpstr>
      <vt:lpstr>政府支出 (Expenditures)</vt:lpstr>
      <vt:lpstr>The End. Tanks for your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俋勳 賴</dc:creator>
  <cp:lastModifiedBy>俋勳 賴</cp:lastModifiedBy>
  <cp:revision>1</cp:revision>
  <dcterms:created xsi:type="dcterms:W3CDTF">2026-06-13T16:11:54Z</dcterms:created>
  <dcterms:modified xsi:type="dcterms:W3CDTF">2026-06-13T18:12:59Z</dcterms:modified>
</cp:coreProperties>
</file>