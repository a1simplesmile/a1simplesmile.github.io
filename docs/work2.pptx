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3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695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7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Relationship Id="rId9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薄荷綠工作區與膝上型電腦、咖啡、筆記本、筆、眼鏡和滑鼠的俯視圖">
            <a:extLst>
              <a:ext uri="{FF2B5EF4-FFF2-40B4-BE49-F238E27FC236}">
                <a16:creationId xmlns:a16="http://schemas.microsoft.com/office/drawing/2014/main" id="{BEED4D72-06E2-1A41-2FE9-37D63E4C5C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91" b="23391"/>
          <a:stretch>
            <a:fillRect/>
          </a:stretch>
        </p:blipFill>
        <p:spPr>
          <a:xfrm>
            <a:off x="0" y="78668"/>
            <a:ext cx="12191979" cy="6857990"/>
          </a:xfrm>
          <a:prstGeom prst="rect">
            <a:avLst/>
          </a:prstGeom>
        </p:spPr>
      </p:pic>
      <p:sp>
        <p:nvSpPr>
          <p:cNvPr id="23" name="Rectangle 17">
            <a:extLst>
              <a:ext uri="{FF2B5EF4-FFF2-40B4-BE49-F238E27FC236}">
                <a16:creationId xmlns:a16="http://schemas.microsoft.com/office/drawing/2014/main" id="{AAB476BF-4EE2-5243-CABB-6CC72C3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75B0B1F-E3AA-3EE9-50A3-12709231AB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5501" y="582729"/>
            <a:ext cx="4576599" cy="3126286"/>
          </a:xfrm>
        </p:spPr>
        <p:txBody>
          <a:bodyPr anchor="t">
            <a:normAutofit fontScale="90000"/>
          </a:bodyPr>
          <a:lstStyle/>
          <a:p>
            <a:r>
              <a:rPr lang="en-US" altLang="zh-TW" sz="6000" dirty="0"/>
              <a:t>Presentation Task 2 University Life</a:t>
            </a:r>
            <a:endParaRPr lang="zh-TW" altLang="en-US" sz="60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5AB28E0-F426-7D18-CD49-39DD4FAF9F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03288" y="4090219"/>
            <a:ext cx="4488812" cy="1789373"/>
          </a:xfrm>
        </p:spPr>
        <p:txBody>
          <a:bodyPr anchor="b">
            <a:normAutofit fontScale="85000" lnSpcReduction="20000"/>
          </a:bodyPr>
          <a:lstStyle/>
          <a:p>
            <a:r>
              <a:rPr lang="en-US" altLang="zh-TW" i="0" dirty="0">
                <a:solidFill>
                  <a:schemeClr val="bg1"/>
                </a:solidFill>
              </a:rPr>
              <a:t>1.How is your new life at NPU</a:t>
            </a:r>
          </a:p>
          <a:p>
            <a:r>
              <a:rPr lang="en-US" altLang="zh-TW" i="0" dirty="0">
                <a:solidFill>
                  <a:schemeClr val="bg1"/>
                </a:solidFill>
              </a:rPr>
              <a:t>2.How is life in Penghu different from life in Taiwan?</a:t>
            </a:r>
          </a:p>
          <a:p>
            <a:r>
              <a:rPr lang="en-US" altLang="zh-TW" i="0" dirty="0">
                <a:solidFill>
                  <a:schemeClr val="bg1"/>
                </a:solidFill>
              </a:rPr>
              <a:t>3.Is university life like you expected? </a:t>
            </a:r>
          </a:p>
          <a:p>
            <a:r>
              <a:rPr lang="en-US" altLang="zh-TW" i="0" dirty="0">
                <a:solidFill>
                  <a:schemeClr val="bg1"/>
                </a:solidFill>
              </a:rPr>
              <a:t>4.Can you adjust to life in Penghu?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D28EA4-6F96-F7C6-1D07-5BA5C2738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FF93C5-0576-D227-80A7-4CFBA879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90659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A2BF4A-8EDE-ABFB-98A9-71457E4648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402" y="662940"/>
            <a:ext cx="11155680" cy="772570"/>
          </a:xfrm>
        </p:spPr>
        <p:txBody>
          <a:bodyPr>
            <a:noAutofit/>
          </a:bodyPr>
          <a:lstStyle/>
          <a:p>
            <a:r>
              <a:rPr lang="en-US" altLang="zh-TW" sz="6000" i="1" dirty="0"/>
              <a:t>How is your new life at NPU</a:t>
            </a:r>
            <a:endParaRPr lang="zh-TW" altLang="en-US" sz="6000" i="1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DEA7D95-97A2-C12B-D73F-4EB91FFBC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78638" y="1648994"/>
            <a:ext cx="7104888" cy="772570"/>
          </a:xfrm>
        </p:spPr>
        <p:txBody>
          <a:bodyPr>
            <a:normAutofit/>
          </a:bodyPr>
          <a:lstStyle/>
          <a:p>
            <a:r>
              <a:rPr lang="en-US" altLang="zh-TW" i="0" dirty="0"/>
              <a:t>Hmmm… how can I describe it</a:t>
            </a:r>
            <a:r>
              <a:rPr lang="zh-TW" altLang="en-US" i="0" dirty="0"/>
              <a:t>🤔</a:t>
            </a:r>
            <a:endParaRPr lang="en-US" altLang="zh-TW" i="0" dirty="0"/>
          </a:p>
          <a:p>
            <a:endParaRPr lang="en-US" altLang="zh-TW" dirty="0"/>
          </a:p>
        </p:txBody>
      </p:sp>
      <p:pic>
        <p:nvPicPr>
          <p:cNvPr id="1030" name="Picture 6" descr="How to Stop Feeling Tired All the Time">
            <a:extLst>
              <a:ext uri="{FF2B5EF4-FFF2-40B4-BE49-F238E27FC236}">
                <a16:creationId xmlns:a16="http://schemas.microsoft.com/office/drawing/2014/main" id="{D66B4AF7-4AC4-6A16-7BAD-F3B888ABA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02" y="3429000"/>
            <a:ext cx="3457864" cy="1521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ow to Be Happy: 8 Ways to Be Happier Today">
            <a:extLst>
              <a:ext uri="{FF2B5EF4-FFF2-40B4-BE49-F238E27FC236}">
                <a16:creationId xmlns:a16="http://schemas.microsoft.com/office/drawing/2014/main" id="{249CD32A-52F6-8972-8D82-9DCA0E5AC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9080" y="2959100"/>
            <a:ext cx="3318933" cy="1991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244,000+ 項Boring照片檔、圖片和免版稅影像- iStock">
            <a:extLst>
              <a:ext uri="{FF2B5EF4-FFF2-40B4-BE49-F238E27FC236}">
                <a16:creationId xmlns:a16="http://schemas.microsoft.com/office/drawing/2014/main" id="{917E1798-25A1-FB37-75C5-86F9B3D94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8790" y="2675783"/>
            <a:ext cx="2987040" cy="1991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42058488-2581-04B7-667D-1114A74D7958}"/>
              </a:ext>
            </a:extLst>
          </p:cNvPr>
          <p:cNvSpPr txBox="1"/>
          <p:nvPr/>
        </p:nvSpPr>
        <p:spPr>
          <a:xfrm>
            <a:off x="548640" y="2948940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Sometimes I feel tired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BBF1C36-88D0-80C7-BCB8-24D0679EC475}"/>
              </a:ext>
            </a:extLst>
          </p:cNvPr>
          <p:cNvSpPr txBox="1"/>
          <p:nvPr/>
        </p:nvSpPr>
        <p:spPr>
          <a:xfrm>
            <a:off x="4359722" y="2472656"/>
            <a:ext cx="298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Sometimes I feel happy 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5BBA33D-88DF-9887-7538-F20E2E589C62}"/>
              </a:ext>
            </a:extLst>
          </p:cNvPr>
          <p:cNvSpPr txBox="1"/>
          <p:nvPr/>
        </p:nvSpPr>
        <p:spPr>
          <a:xfrm>
            <a:off x="8098790" y="2096356"/>
            <a:ext cx="288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Sometimes I feel bored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ADA35B9-D661-704D-4194-4ED1B6A00A98}"/>
              </a:ext>
            </a:extLst>
          </p:cNvPr>
          <p:cNvSpPr txBox="1"/>
          <p:nvPr/>
        </p:nvSpPr>
        <p:spPr>
          <a:xfrm>
            <a:off x="176982" y="4950460"/>
            <a:ext cx="40013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Cuz I am class representative</a:t>
            </a:r>
          </a:p>
          <a:p>
            <a:r>
              <a:rPr lang="en-US" altLang="zh-TW" dirty="0"/>
              <a:t>I</a:t>
            </a:r>
            <a:r>
              <a:rPr lang="zh-TW" altLang="en-US" dirty="0"/>
              <a:t> </a:t>
            </a:r>
            <a:r>
              <a:rPr lang="en-US" altLang="zh-TW" dirty="0"/>
              <a:t>need </a:t>
            </a:r>
          </a:p>
          <a:p>
            <a:r>
              <a:rPr lang="en-US" altLang="zh-TW" dirty="0"/>
              <a:t>1.Receiving &amp; transmitting information</a:t>
            </a:r>
          </a:p>
          <a:p>
            <a:r>
              <a:rPr lang="en-US" altLang="zh-TW" dirty="0"/>
              <a:t>2.Collect &amp; submit documents</a:t>
            </a:r>
          </a:p>
          <a:p>
            <a:endParaRPr lang="en-US" altLang="zh-TW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C8BC5FD-D640-1CAB-B283-A5ABA33DE2F4}"/>
              </a:ext>
            </a:extLst>
          </p:cNvPr>
          <p:cNvSpPr txBox="1"/>
          <p:nvPr/>
        </p:nvSpPr>
        <p:spPr>
          <a:xfrm>
            <a:off x="4533725" y="5075592"/>
            <a:ext cx="38236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1.Make many friends</a:t>
            </a:r>
          </a:p>
          <a:p>
            <a:r>
              <a:rPr lang="en-US" altLang="zh-TW" dirty="0"/>
              <a:t>2.Eat delicious food</a:t>
            </a:r>
          </a:p>
          <a:p>
            <a:r>
              <a:rPr lang="en-US" altLang="zh-TW" dirty="0"/>
              <a:t>3.Get along well with roommates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4D1FA59-88DA-5B03-BF3D-D87669F3F00A}"/>
              </a:ext>
            </a:extLst>
          </p:cNvPr>
          <p:cNvSpPr txBox="1"/>
          <p:nvPr/>
        </p:nvSpPr>
        <p:spPr>
          <a:xfrm>
            <a:off x="8266853" y="4798593"/>
            <a:ext cx="34725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1.How should I eat?</a:t>
            </a:r>
          </a:p>
          <a:p>
            <a:r>
              <a:rPr lang="en-US" altLang="zh-TW" dirty="0"/>
              <a:t>2.Where can I hang out?</a:t>
            </a:r>
          </a:p>
          <a:p>
            <a:r>
              <a:rPr lang="en-US" altLang="zh-TW" dirty="0"/>
              <a:t>3.What else is left unfinished?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85307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A8D65B-7C23-A03F-A758-853AF5B19F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6000" i="1" dirty="0"/>
              <a:t>How is life in Penghu different from life in Taiwan </a:t>
            </a:r>
            <a:endParaRPr lang="zh-TW" altLang="en-US" sz="6000" i="1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0FF7FA3-8852-7F44-C3B2-0373DA4936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112" y="4082965"/>
            <a:ext cx="5158101" cy="3150539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sz="2600" i="0" dirty="0"/>
              <a:t>1.</a:t>
            </a:r>
            <a:r>
              <a:rPr lang="en-US" altLang="zh-TW" sz="2600" dirty="0">
                <a:highlight>
                  <a:srgbClr val="00FFFF"/>
                </a:highlight>
              </a:rPr>
              <a:t>First</a:t>
            </a:r>
            <a:r>
              <a:rPr lang="en-US" altLang="zh-TW" sz="2600" i="0" dirty="0"/>
              <a:t>&amp;The most important point is food</a:t>
            </a:r>
          </a:p>
          <a:p>
            <a:r>
              <a:rPr lang="en-US" altLang="zh-TW" sz="2600" i="0" dirty="0"/>
              <a:t>Many restaurant closes at 8 p.m.</a:t>
            </a:r>
          </a:p>
          <a:p>
            <a:r>
              <a:rPr lang="en-US" altLang="zh-TW" sz="2600" i="0" dirty="0"/>
              <a:t> 2.</a:t>
            </a:r>
            <a:r>
              <a:rPr lang="en-US" altLang="zh-TW" sz="2600" dirty="0">
                <a:highlight>
                  <a:srgbClr val="00FFFF"/>
                </a:highlight>
              </a:rPr>
              <a:t>Second</a:t>
            </a:r>
            <a:r>
              <a:rPr lang="en-US" altLang="zh-TW" sz="2600" i="0" dirty="0">
                <a:highlight>
                  <a:srgbClr val="00FFFF"/>
                </a:highlight>
              </a:rPr>
              <a:t>.</a:t>
            </a:r>
            <a:r>
              <a:rPr lang="en-US" altLang="zh-TW" sz="2600" i="0" dirty="0"/>
              <a:t> You can go to the sea anytime in less than 10 minutes by motorcycle.</a:t>
            </a:r>
          </a:p>
          <a:p>
            <a:r>
              <a:rPr lang="en-US" altLang="zh-TW" sz="2600" i="0" dirty="0"/>
              <a:t>3.</a:t>
            </a:r>
            <a:r>
              <a:rPr lang="en-US" altLang="zh-TW" sz="2600" dirty="0">
                <a:highlight>
                  <a:srgbClr val="00FFFF"/>
                </a:highlight>
              </a:rPr>
              <a:t>Third.</a:t>
            </a:r>
            <a:r>
              <a:rPr lang="en-US" altLang="zh-TW" sz="2600" i="0" dirty="0"/>
              <a:t> The stars in Penghu are very beautiful</a:t>
            </a:r>
          </a:p>
          <a:p>
            <a:r>
              <a:rPr lang="en-US" altLang="zh-TW" sz="2600" i="0" dirty="0"/>
              <a:t>Cuz I never went to the mountains to watch the stars at night in Taiwan.</a:t>
            </a:r>
          </a:p>
          <a:p>
            <a:r>
              <a:rPr lang="en-US" altLang="zh-TW" sz="2600" i="0" dirty="0"/>
              <a:t>In Penghu u only need go to </a:t>
            </a:r>
            <a:r>
              <a:rPr lang="zh-TW" altLang="en-US" sz="2600" i="0" dirty="0"/>
              <a:t>西嶼</a:t>
            </a:r>
            <a:r>
              <a:rPr lang="en-US" altLang="zh-TW" sz="2600" i="0" dirty="0"/>
              <a:t>(Xiyu)</a:t>
            </a:r>
            <a:r>
              <a:rPr lang="zh-TW" altLang="en-US" sz="2600" i="0" dirty="0"/>
              <a:t> </a:t>
            </a:r>
            <a:r>
              <a:rPr lang="en-US" altLang="zh-TW" sz="2600" i="0" dirty="0"/>
              <a:t>U can see beautiful stars.</a:t>
            </a:r>
          </a:p>
          <a:p>
            <a:endParaRPr lang="en-US" altLang="zh-TW" sz="2600" i="0" dirty="0"/>
          </a:p>
          <a:p>
            <a:endParaRPr lang="en-US" altLang="zh-TW" sz="2600" i="0" dirty="0"/>
          </a:p>
          <a:p>
            <a:endParaRPr lang="en-US" altLang="zh-TW" i="0" dirty="0"/>
          </a:p>
        </p:txBody>
      </p:sp>
      <p:pic>
        <p:nvPicPr>
          <p:cNvPr id="2050" name="Picture 2" descr="麥當勞- 維基百科，自由的百科全書">
            <a:extLst>
              <a:ext uri="{FF2B5EF4-FFF2-40B4-BE49-F238E27FC236}">
                <a16:creationId xmlns:a16="http://schemas.microsoft.com/office/drawing/2014/main" id="{157A0158-CE74-A368-D3E3-D644BC880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1846" y="2602473"/>
            <a:ext cx="1094386" cy="958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89ECFEF4-0295-A2D2-5A93-10D259BC46CF}"/>
              </a:ext>
            </a:extLst>
          </p:cNvPr>
          <p:cNvSpPr txBox="1"/>
          <p:nvPr/>
        </p:nvSpPr>
        <p:spPr>
          <a:xfrm>
            <a:off x="7987169" y="2569901"/>
            <a:ext cx="1835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highlight>
                  <a:srgbClr val="FFFF00"/>
                </a:highlight>
              </a:rPr>
              <a:t>Not 24hr</a:t>
            </a:r>
            <a:endParaRPr lang="zh-TW" altLang="en-US" dirty="0">
              <a:highlight>
                <a:srgbClr val="FFFF00"/>
              </a:highlight>
            </a:endParaRPr>
          </a:p>
        </p:txBody>
      </p:sp>
      <p:pic>
        <p:nvPicPr>
          <p:cNvPr id="2052" name="Picture 4" descr="肯德基- 維基百科，自由的百科全書">
            <a:extLst>
              <a:ext uri="{FF2B5EF4-FFF2-40B4-BE49-F238E27FC236}">
                <a16:creationId xmlns:a16="http://schemas.microsoft.com/office/drawing/2014/main" id="{3568E3B7-59D7-9FDE-B947-2ADAD9D23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7273" y="2082152"/>
            <a:ext cx="1852447" cy="1852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3461DCBB-87D0-E65C-BD59-93F3F4404AD6}"/>
              </a:ext>
            </a:extLst>
          </p:cNvPr>
          <p:cNvSpPr txBox="1"/>
          <p:nvPr/>
        </p:nvSpPr>
        <p:spPr>
          <a:xfrm>
            <a:off x="10946546" y="2190125"/>
            <a:ext cx="1245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highlight>
                  <a:srgbClr val="FFFF00"/>
                </a:highlight>
              </a:rPr>
              <a:t>No KFC</a:t>
            </a:r>
            <a:endParaRPr lang="zh-TW" altLang="en-US" dirty="0">
              <a:highlight>
                <a:srgbClr val="FFFF00"/>
              </a:highlight>
            </a:endParaRPr>
          </a:p>
        </p:txBody>
      </p:sp>
      <p:pic>
        <p:nvPicPr>
          <p:cNvPr id="2054" name="Picture 6" descr="跳海的男孩照片-正版商用图片0i3d4w-摄图新视界">
            <a:extLst>
              <a:ext uri="{FF2B5EF4-FFF2-40B4-BE49-F238E27FC236}">
                <a16:creationId xmlns:a16="http://schemas.microsoft.com/office/drawing/2014/main" id="{2816BF33-1697-F6CE-793C-09B260428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7079" y="3607357"/>
            <a:ext cx="1630903" cy="2446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CE2CC1B3-8F4B-CE0B-3071-7DE12BC20396}"/>
              </a:ext>
            </a:extLst>
          </p:cNvPr>
          <p:cNvSpPr txBox="1"/>
          <p:nvPr/>
        </p:nvSpPr>
        <p:spPr>
          <a:xfrm>
            <a:off x="7607982" y="3709339"/>
            <a:ext cx="19793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When U EMO</a:t>
            </a:r>
          </a:p>
          <a:p>
            <a:r>
              <a:rPr lang="en-US" altLang="zh-TW" dirty="0"/>
              <a:t>U can </a:t>
            </a:r>
          </a:p>
          <a:p>
            <a:r>
              <a:rPr lang="en-US" altLang="zh-TW" dirty="0"/>
              <a:t>Jump into the</a:t>
            </a:r>
          </a:p>
          <a:p>
            <a:r>
              <a:rPr lang="en-US" altLang="zh-TW" dirty="0"/>
              <a:t> sea</a:t>
            </a:r>
          </a:p>
          <a:p>
            <a:r>
              <a:rPr lang="en-US" altLang="zh-TW" dirty="0">
                <a:highlight>
                  <a:srgbClr val="FFFF00"/>
                </a:highlight>
              </a:rPr>
              <a:t>(just kidding)</a:t>
            </a:r>
            <a:endParaRPr lang="zh-TW" altLang="en-US" dirty="0">
              <a:highlight>
                <a:srgbClr val="FFFF00"/>
              </a:highlight>
            </a:endParaRPr>
          </a:p>
        </p:txBody>
      </p:sp>
      <p:pic>
        <p:nvPicPr>
          <p:cNvPr id="2056" name="Picture 8" descr="澎湖西嶼－外垵漁村暮色》 . . . . . . . . . . . . . . . . . . . . . . . . . . . . . . .  . . . . . . . . . . . . . . . . . #澎湖#外垵#外垵漁港#三仙塔#尼康#攝影#夜景#西嶼#漁港#澎湖 景點#台湾#写真#撮影#風景写真を撮るのが好きな人と繋がりたい#">
            <a:extLst>
              <a:ext uri="{FF2B5EF4-FFF2-40B4-BE49-F238E27FC236}">
                <a16:creationId xmlns:a16="http://schemas.microsoft.com/office/drawing/2014/main" id="{5699517E-4FF7-A9DE-DE7F-9D21F8AAF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3609" y="3969393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2441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A793B1-BE6B-3631-5505-CEA9719721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284" y="805688"/>
            <a:ext cx="12077192" cy="3429000"/>
          </a:xfrm>
        </p:spPr>
        <p:txBody>
          <a:bodyPr>
            <a:normAutofit/>
          </a:bodyPr>
          <a:lstStyle/>
          <a:p>
            <a:r>
              <a:rPr lang="en-US" altLang="zh-TW" sz="6000" i="1" dirty="0"/>
              <a:t>Is university life like you expected?</a:t>
            </a:r>
            <a:endParaRPr lang="zh-TW" altLang="en-US" sz="6000" i="1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546D646-F1F6-0522-970D-6ACBF071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9389" y="5337003"/>
            <a:ext cx="7104888" cy="3796792"/>
          </a:xfrm>
        </p:spPr>
        <p:txBody>
          <a:bodyPr>
            <a:normAutofit fontScale="92500"/>
          </a:bodyPr>
          <a:lstStyle/>
          <a:p>
            <a:r>
              <a:rPr lang="en-US" altLang="zh-TW" i="0" dirty="0"/>
              <a:t>I think half and half</a:t>
            </a:r>
          </a:p>
          <a:p>
            <a:r>
              <a:rPr lang="en-US" altLang="zh-TW" i="0" dirty="0"/>
              <a:t>Example:</a:t>
            </a:r>
          </a:p>
          <a:p>
            <a:r>
              <a:rPr lang="en-US" altLang="zh-TW" i="0" dirty="0"/>
              <a:t> like classroom  I think is</a:t>
            </a:r>
            <a:r>
              <a:rPr lang="zh-TW" altLang="en-US" i="0" dirty="0"/>
              <a:t>→</a:t>
            </a:r>
            <a:endParaRPr lang="en-US" altLang="zh-TW" i="0" dirty="0"/>
          </a:p>
          <a:p>
            <a:endParaRPr lang="en-US" altLang="zh-TW" i="0" dirty="0"/>
          </a:p>
          <a:p>
            <a:r>
              <a:rPr lang="en-US" altLang="zh-TW" i="0" dirty="0"/>
              <a:t>Honest I want say </a:t>
            </a:r>
          </a:p>
          <a:p>
            <a:r>
              <a:rPr lang="en-US" altLang="zh-TW" i="0" dirty="0"/>
              <a:t>It's pretty much like high school, but you have a lot more freedom.</a:t>
            </a:r>
          </a:p>
          <a:p>
            <a:r>
              <a:rPr lang="en-US" altLang="zh-TW" i="0" dirty="0"/>
              <a:t>That mean you need to take responsibility for your actions</a:t>
            </a:r>
          </a:p>
          <a:p>
            <a:endParaRPr lang="en-US" altLang="zh-TW" i="0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63CD5E7-A1BA-C28F-EFDA-9BC0CF743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193" y="1676400"/>
            <a:ext cx="4329263" cy="207264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81FB5705-9307-08A3-5A55-E9EF3280B50D}"/>
              </a:ext>
            </a:extLst>
          </p:cNvPr>
          <p:cNvSpPr txBox="1"/>
          <p:nvPr/>
        </p:nvSpPr>
        <p:spPr>
          <a:xfrm>
            <a:off x="7055499" y="3736060"/>
            <a:ext cx="351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expect</a:t>
            </a:r>
            <a:endParaRPr lang="zh-TW" altLang="en-US" dirty="0"/>
          </a:p>
        </p:txBody>
      </p:sp>
      <p:pic>
        <p:nvPicPr>
          <p:cNvPr id="3076" name="Picture 4" descr="國高中上課時間延到10點」提案逾萬人附議！教育部、國教盟回應| 遠見雜誌">
            <a:extLst>
              <a:ext uri="{FF2B5EF4-FFF2-40B4-BE49-F238E27FC236}">
                <a16:creationId xmlns:a16="http://schemas.microsoft.com/office/drawing/2014/main" id="{D386CB8A-99F6-AD62-DF50-ED2F48E73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3564" y="1676400"/>
            <a:ext cx="2957715" cy="2072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A3FE05BD-83B9-A2A0-F60F-8AC00C92FCDE}"/>
              </a:ext>
            </a:extLst>
          </p:cNvPr>
          <p:cNvSpPr txBox="1"/>
          <p:nvPr/>
        </p:nvSpPr>
        <p:spPr>
          <a:xfrm>
            <a:off x="8692757" y="3884443"/>
            <a:ext cx="3258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Actually,It's</a:t>
            </a:r>
            <a:r>
              <a:rPr lang="en-US" altLang="zh-TW" dirty="0"/>
              <a:t> like high school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43380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3A9C36-0A52-003B-99F8-15D3DC8768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9128" y="978408"/>
            <a:ext cx="11155680" cy="1145032"/>
          </a:xfrm>
        </p:spPr>
        <p:txBody>
          <a:bodyPr>
            <a:normAutofit/>
          </a:bodyPr>
          <a:lstStyle/>
          <a:p>
            <a:r>
              <a:rPr lang="en-US" altLang="zh-TW" sz="6000" i="1" dirty="0"/>
              <a:t>Can you adjust to life in Penghu?</a:t>
            </a:r>
            <a:endParaRPr lang="zh-TW" altLang="en-US" sz="6000" i="1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5EE92C0-E11E-3050-B55D-5FF151E8B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9556" y="978408"/>
            <a:ext cx="7104888" cy="1399032"/>
          </a:xfrm>
        </p:spPr>
        <p:txBody>
          <a:bodyPr/>
          <a:lstStyle/>
          <a:p>
            <a:r>
              <a:rPr lang="en-US" altLang="zh-TW" i="0" dirty="0"/>
              <a:t>I</a:t>
            </a:r>
            <a:r>
              <a:rPr lang="zh-TW" altLang="en-US" i="0" dirty="0"/>
              <a:t> </a:t>
            </a:r>
            <a:r>
              <a:rPr lang="en-US" altLang="zh-TW" i="0" dirty="0"/>
              <a:t>want say Yes. I can!</a:t>
            </a:r>
            <a:endParaRPr lang="zh-TW" altLang="en-US" i="0" dirty="0"/>
          </a:p>
        </p:txBody>
      </p:sp>
      <p:pic>
        <p:nvPicPr>
          <p:cNvPr id="4098" name="Picture 2" descr="開啟相片">
            <a:extLst>
              <a:ext uri="{FF2B5EF4-FFF2-40B4-BE49-F238E27FC236}">
                <a16:creationId xmlns:a16="http://schemas.microsoft.com/office/drawing/2014/main" id="{34C761EA-98BF-2FA0-DE47-8D9A937E9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41" y="1940560"/>
            <a:ext cx="27432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Bringing Home a New Kitten | Cat Advice | Vets4Pets">
            <a:extLst>
              <a:ext uri="{FF2B5EF4-FFF2-40B4-BE49-F238E27FC236}">
                <a16:creationId xmlns:a16="http://schemas.microsoft.com/office/drawing/2014/main" id="{92E37BFA-57FD-C3B0-96AE-4E2CFD7C7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0" y="2512060"/>
            <a:ext cx="65024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How to monitor your kitten's weight | zooplus Magazine">
            <a:extLst>
              <a:ext uri="{FF2B5EF4-FFF2-40B4-BE49-F238E27FC236}">
                <a16:creationId xmlns:a16="http://schemas.microsoft.com/office/drawing/2014/main" id="{5F3E7640-4D2E-E296-ABCC-55D69CBEB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755" y="2512060"/>
            <a:ext cx="496887" cy="33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How to Take Care of a Kitten: Complete Guide | Concord Vets">
            <a:extLst>
              <a:ext uri="{FF2B5EF4-FFF2-40B4-BE49-F238E27FC236}">
                <a16:creationId xmlns:a16="http://schemas.microsoft.com/office/drawing/2014/main" id="{28D5F75D-408C-BD1B-FF65-D33D632B3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997" y="2509976"/>
            <a:ext cx="496888" cy="33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 kitten was a perfect lockdown distraction but I got more than I bargained  for | Nova Weetman | The Guardian">
            <a:extLst>
              <a:ext uri="{FF2B5EF4-FFF2-40B4-BE49-F238E27FC236}">
                <a16:creationId xmlns:a16="http://schemas.microsoft.com/office/drawing/2014/main" id="{A2EA127F-8CDC-1119-A436-5E952926A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6645" y="2377440"/>
            <a:ext cx="483193" cy="483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4C324CC3-71FE-9EC2-1CF6-65C9037BB35C}"/>
              </a:ext>
            </a:extLst>
          </p:cNvPr>
          <p:cNvSpPr txBox="1"/>
          <p:nvPr/>
        </p:nvSpPr>
        <p:spPr>
          <a:xfrm>
            <a:off x="389128" y="4384496"/>
            <a:ext cx="5026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(My roommate doesn't want to show his face.)</a:t>
            </a:r>
          </a:p>
          <a:p>
            <a:r>
              <a:rPr lang="en-US" altLang="zh-TW" dirty="0"/>
              <a:t>(the most left one is my classmate)</a:t>
            </a:r>
          </a:p>
          <a:p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8EBED26-AD6B-9097-6110-8A8C4508CAA7}"/>
              </a:ext>
            </a:extLst>
          </p:cNvPr>
          <p:cNvSpPr txBox="1"/>
          <p:nvPr/>
        </p:nvSpPr>
        <p:spPr>
          <a:xfrm>
            <a:off x="497841" y="4015285"/>
            <a:ext cx="4145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F4 dormitory party</a:t>
            </a:r>
            <a:endParaRPr lang="zh-TW" altLang="en-US" sz="2800" dirty="0"/>
          </a:p>
        </p:txBody>
      </p:sp>
      <p:pic>
        <p:nvPicPr>
          <p:cNvPr id="4110" name="Picture 14" descr="開啟相片">
            <a:extLst>
              <a:ext uri="{FF2B5EF4-FFF2-40B4-BE49-F238E27FC236}">
                <a16:creationId xmlns:a16="http://schemas.microsoft.com/office/drawing/2014/main" id="{A7E45ED1-8CC8-0ECB-9E33-8F91435EA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306" y="2377440"/>
            <a:ext cx="3843528" cy="1550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4" name="Picture 18" descr="開啟相片">
            <a:extLst>
              <a:ext uri="{FF2B5EF4-FFF2-40B4-BE49-F238E27FC236}">
                <a16:creationId xmlns:a16="http://schemas.microsoft.com/office/drawing/2014/main" id="{3EFA8725-757A-79A5-85FC-9EBFBE663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2000" y="4216400"/>
            <a:ext cx="2384552" cy="178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966E4F9-8B1F-4CBF-5991-852E04E9675C}"/>
              </a:ext>
            </a:extLst>
          </p:cNvPr>
          <p:cNvSpPr txBox="1"/>
          <p:nvPr/>
        </p:nvSpPr>
        <p:spPr>
          <a:xfrm>
            <a:off x="5804946" y="4026456"/>
            <a:ext cx="371856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I went to Xiyu with a group of</a:t>
            </a:r>
            <a:r>
              <a:rPr lang="zh-TW" altLang="en-US" sz="2000" dirty="0"/>
              <a:t>    ↑</a:t>
            </a:r>
            <a:r>
              <a:rPr lang="en-US" altLang="zh-TW" sz="2000" dirty="0"/>
              <a:t> people at midnight</a:t>
            </a:r>
          </a:p>
          <a:p>
            <a:endParaRPr lang="en-US" altLang="zh-TW" sz="2400" dirty="0"/>
          </a:p>
          <a:p>
            <a:r>
              <a:rPr lang="en-US" altLang="zh-TW" sz="2400" dirty="0"/>
              <a:t>Finally, I watched the sunrise with them      </a:t>
            </a:r>
            <a:r>
              <a:rPr lang="zh-TW" altLang="en-US" sz="2400" dirty="0"/>
              <a:t>→</a:t>
            </a:r>
            <a:endParaRPr lang="en-US" altLang="zh-TW" sz="2400" dirty="0"/>
          </a:p>
          <a:p>
            <a:endParaRPr lang="en-US" altLang="zh-TW" sz="2400" dirty="0"/>
          </a:p>
          <a:p>
            <a:endParaRPr lang="zh-TW" altLang="en-US" dirty="0"/>
          </a:p>
        </p:txBody>
      </p:sp>
      <p:pic>
        <p:nvPicPr>
          <p:cNvPr id="4116" name="Picture 20" descr="開啟相片">
            <a:extLst>
              <a:ext uri="{FF2B5EF4-FFF2-40B4-BE49-F238E27FC236}">
                <a16:creationId xmlns:a16="http://schemas.microsoft.com/office/drawing/2014/main" id="{D61CD726-DCDF-CC26-1075-57BD9D763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044" y="1957885"/>
            <a:ext cx="154305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55454F7C-55E4-EF4B-F7C3-CEC660939C83}"/>
              </a:ext>
            </a:extLst>
          </p:cNvPr>
          <p:cNvSpPr txBox="1"/>
          <p:nvPr/>
        </p:nvSpPr>
        <p:spPr>
          <a:xfrm>
            <a:off x="5415280" y="2123440"/>
            <a:ext cx="24360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I saw a cat that looked like Hitler at </a:t>
            </a:r>
            <a:r>
              <a:rPr lang="en-US" altLang="zh-TW" sz="2400" dirty="0" err="1"/>
              <a:t>Tongliang</a:t>
            </a:r>
            <a:r>
              <a:rPr lang="en-US" altLang="zh-TW" sz="2400" dirty="0"/>
              <a:t> Baoan Palace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7942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316B0C-F9BD-1DFB-719F-3E34BC468C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4192" y="995680"/>
            <a:ext cx="11155680" cy="3429000"/>
          </a:xfrm>
        </p:spPr>
        <p:txBody>
          <a:bodyPr>
            <a:normAutofit/>
          </a:bodyPr>
          <a:lstStyle/>
          <a:p>
            <a:r>
              <a:rPr lang="en-US" altLang="zh-TW" sz="9600" dirty="0"/>
              <a:t>FINISH~</a:t>
            </a:r>
            <a:endParaRPr lang="zh-TW" altLang="en-US" sz="96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8F8A101-4E26-C53C-B3AD-F8119DA739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0001" y="2010664"/>
            <a:ext cx="7104888" cy="1399032"/>
          </a:xfrm>
        </p:spPr>
        <p:txBody>
          <a:bodyPr/>
          <a:lstStyle/>
          <a:p>
            <a:r>
              <a:rPr lang="en-US" altLang="zh-TW" i="0" dirty="0"/>
              <a:t>Thank you for listening</a:t>
            </a:r>
          </a:p>
          <a:p>
            <a:endParaRPr lang="zh-TW" altLang="en-US" dirty="0"/>
          </a:p>
        </p:txBody>
      </p:sp>
      <p:pic>
        <p:nvPicPr>
          <p:cNvPr id="5124" name="Picture 4" descr="How to Keep Your Happy Smile in Place">
            <a:extLst>
              <a:ext uri="{FF2B5EF4-FFF2-40B4-BE49-F238E27FC236}">
                <a16:creationId xmlns:a16="http://schemas.microsoft.com/office/drawing/2014/main" id="{DF218BD6-CE89-7F1C-A04C-7669F0E22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7389" y="2966720"/>
            <a:ext cx="4208611" cy="2763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DCDBA8DE-0E8C-B66D-B265-528B23F6E768}"/>
              </a:ext>
            </a:extLst>
          </p:cNvPr>
          <p:cNvSpPr txBox="1"/>
          <p:nvPr/>
        </p:nvSpPr>
        <p:spPr>
          <a:xfrm>
            <a:off x="9834880" y="5730240"/>
            <a:ext cx="388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Date 2025/09/27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12367282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381</Words>
  <Application>Microsoft Office PowerPoint</Application>
  <PresentationFormat>寬螢幕</PresentationFormat>
  <Paragraphs>62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Arial</vt:lpstr>
      <vt:lpstr>Bierstadt</vt:lpstr>
      <vt:lpstr>Neue Haas Grotesk Text Pro</vt:lpstr>
      <vt:lpstr>GestaltVTI</vt:lpstr>
      <vt:lpstr>Presentation Task 2 University Life</vt:lpstr>
      <vt:lpstr>How is your new life at NPU</vt:lpstr>
      <vt:lpstr>How is life in Penghu different from life in Taiwan </vt:lpstr>
      <vt:lpstr>Is university life like you expected?</vt:lpstr>
      <vt:lpstr>Can you adjust to life in Penghu?</vt:lpstr>
      <vt:lpstr>FINISH~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賴 俋勳</dc:creator>
  <cp:lastModifiedBy>賴 俋勳</cp:lastModifiedBy>
  <cp:revision>1</cp:revision>
  <dcterms:created xsi:type="dcterms:W3CDTF">2025-09-26T08:15:06Z</dcterms:created>
  <dcterms:modified xsi:type="dcterms:W3CDTF">2025-09-26T19:00:17Z</dcterms:modified>
</cp:coreProperties>
</file>